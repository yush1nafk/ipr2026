
<file path=[Content_Types].xml><?xml version="1.0" encoding="utf-8"?>
<Types xmlns="http://schemas.openxmlformats.org/package/2006/content-types">
  <Default Extension="jpeg" ContentType="image/jpeg"/>
  <Default Extension="jp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diagrams/colors1.xml" ContentType="application/vnd.openxmlformats-officedocument.drawingml.diagramColors+xml"/>
  <Override PartName="/ppt/diagrams/colors2.xml" ContentType="application/vnd.openxmlformats-officedocument.drawingml.diagramColors+xml"/>
  <Override PartName="/ppt/diagrams/colors3.xml" ContentType="application/vnd.openxmlformats-officedocument.drawingml.diagramColors+xml"/>
  <Override PartName="/ppt/diagrams/data1.xml" ContentType="application/vnd.openxmlformats-officedocument.drawingml.diagramData+xml"/>
  <Override PartName="/ppt/diagrams/data2.xml" ContentType="application/vnd.openxmlformats-officedocument.drawingml.diagramData+xml"/>
  <Override PartName="/ppt/diagrams/data3.xml" ContentType="application/vnd.openxmlformats-officedocument.drawingml.diagramData+xml"/>
  <Override PartName="/ppt/diagrams/drawing1.xml" ContentType="application/vnd.ms-office.drawingml.diagramDrawing+xml"/>
  <Override PartName="/ppt/diagrams/drawing2.xml" ContentType="application/vnd.ms-office.drawingml.diagramDrawing+xml"/>
  <Override PartName="/ppt/diagrams/drawing3.xml" ContentType="application/vnd.ms-office.drawingml.diagramDrawing+xml"/>
  <Override PartName="/ppt/diagrams/layout1.xml" ContentType="application/vnd.openxmlformats-officedocument.drawingml.diagramLayout+xml"/>
  <Override PartName="/ppt/diagrams/layout2.xml" ContentType="application/vnd.openxmlformats-officedocument.drawingml.diagramLayout+xml"/>
  <Override PartName="/ppt/diagrams/layout3.xml" ContentType="application/vnd.openxmlformats-officedocument.drawingml.diagramLayout+xml"/>
  <Override PartName="/ppt/diagrams/quickStyle1.xml" ContentType="application/vnd.openxmlformats-officedocument.drawingml.diagramStyle+xml"/>
  <Override PartName="/ppt/diagrams/quickStyle2.xml" ContentType="application/vnd.openxmlformats-officedocument.drawingml.diagramStyle+xml"/>
  <Override PartName="/ppt/diagrams/quickStyle3.xml" ContentType="application/vnd.openxmlformats-officedocument.drawingml.diagramStyle+xml"/>
  <Override PartName="/ppt/handoutMasters/handoutMaster1.xml" ContentType="application/vnd.openxmlformats-officedocument.presentationml.handoutMaster+xml"/>
  <Override PartName="/ppt/media/image10.svg" ContentType="image/svg+xml"/>
  <Override PartName="/ppt/media/image12.svg" ContentType="image/svg+xml"/>
  <Override PartName="/ppt/media/image14.svg" ContentType="image/svg+xml"/>
  <Override PartName="/ppt/media/image16.svg" ContentType="image/svg+xml"/>
  <Override PartName="/ppt/media/image18.svg" ContentType="image/svg+xml"/>
  <Override PartName="/ppt/media/image4.svg" ContentType="image/svg+xml"/>
  <Override PartName="/ppt/media/image6.svg" ContentType="image/svg+xml"/>
  <Override PartName="/ppt/media/image8.svg" ContentType="image/svg+xml"/>
  <Override PartName="/ppt/notesMasters/notesMaster1.xml" ContentType="application/vnd.openxmlformats-officedocument.presentationml.notesMaster+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slides/slide67.xml" ContentType="application/vnd.openxmlformats-officedocument.presentationml.slide+xml"/>
  <Override PartName="/ppt/slides/slide68.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theme/theme3.xml" ContentType="application/vnd.openxmlformats-officedocument.theme+xml"/>
  <Override PartName="/ppt/theme/themeOverride1.xml" ContentType="application/vnd.openxmlformats-officedocument.themeOverride+xml"/>
  <Override PartName="/ppt/theme/themeOverride2.xml" ContentType="application/vnd.openxmlformats-officedocument.themeOverrid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core-properties" Target="docProps/core.xml"/><Relationship Id="rId3"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9"/>
  </p:notesMasterIdLst>
  <p:handoutMasterIdLst>
    <p:handoutMasterId r:id="rId10"/>
  </p:handoutMasterIdLst>
  <p:sldIdLst>
    <p:sldId id="256" r:id="rId2"/>
    <p:sldId id="257" r:id="rId3"/>
    <p:sldId id="259" r:id="rId4"/>
    <p:sldId id="260" r:id="rId5"/>
    <p:sldId id="261" r:id="rId6"/>
    <p:sldId id="262" r:id="rId7"/>
    <p:sldId id="263" r:id="rId8"/>
    <p:sldId id="264" r:id="rId15"/>
    <p:sldId id="265" r:id="rId16"/>
    <p:sldId id="266" r:id="rId17"/>
    <p:sldId id="267" r:id="rId18"/>
    <p:sldId id="268" r:id="rId19"/>
    <p:sldId id="269" r:id="rId20"/>
    <p:sldId id="270" r:id="rId21"/>
    <p:sldId id="271" r:id="rId22"/>
    <p:sldId id="272" r:id="rId23"/>
    <p:sldId id="273" r:id="rId24"/>
    <p:sldId id="274" r:id="rId25"/>
    <p:sldId id="275" r:id="rId26"/>
    <p:sldId id="276" r:id="rId27"/>
    <p:sldId id="277" r:id="rId28"/>
    <p:sldId id="278" r:id="rId29"/>
    <p:sldId id="279" r:id="rId30"/>
    <p:sldId id="280" r:id="rId31"/>
    <p:sldId id="281" r:id="rId32"/>
    <p:sldId id="282" r:id="rId33"/>
    <p:sldId id="283" r:id="rId34"/>
    <p:sldId id="284" r:id="rId35"/>
    <p:sldId id="285" r:id="rId36"/>
    <p:sldId id="286" r:id="rId37"/>
    <p:sldId id="287" r:id="rId38"/>
    <p:sldId id="288" r:id="rId39"/>
    <p:sldId id="289" r:id="rId40"/>
    <p:sldId id="290" r:id="rId41"/>
    <p:sldId id="291" r:id="rId42"/>
    <p:sldId id="292" r:id="rId43"/>
    <p:sldId id="293" r:id="rId44"/>
    <p:sldId id="294" r:id="rId45"/>
    <p:sldId id="295" r:id="rId46"/>
    <p:sldId id="296" r:id="rId47"/>
    <p:sldId id="297" r:id="rId48"/>
    <p:sldId id="298" r:id="rId49"/>
    <p:sldId id="299" r:id="rId50"/>
    <p:sldId id="300" r:id="rId51"/>
    <p:sldId id="301" r:id="rId52"/>
    <p:sldId id="302" r:id="rId53"/>
    <p:sldId id="303" r:id="rId54"/>
    <p:sldId id="304" r:id="rId55"/>
    <p:sldId id="305" r:id="rId56"/>
    <p:sldId id="306" r:id="rId57"/>
    <p:sldId id="307" r:id="rId58"/>
    <p:sldId id="308" r:id="rId59"/>
    <p:sldId id="309" r:id="rId60"/>
    <p:sldId id="310" r:id="rId61"/>
    <p:sldId id="311" r:id="rId62"/>
    <p:sldId id="312" r:id="rId63"/>
    <p:sldId id="313" r:id="rId64"/>
    <p:sldId id="314" r:id="rId65"/>
    <p:sldId id="315" r:id="rId66"/>
    <p:sldId id="316" r:id="rId67"/>
    <p:sldId id="317" r:id="rId68"/>
    <p:sldId id="318" r:id="rId69"/>
    <p:sldId id="319" r:id="rId70"/>
    <p:sldId id="320" r:id="rId71"/>
    <p:sldId id="321" r:id="rId72"/>
    <p:sldId id="322" r:id="rId73"/>
    <p:sldId id="323" r:id="rId74"/>
    <p:sldId id="324" r:id="rId75"/>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 uri="{2D200454-40CA-4A62-9FC3-DE9A4176ACB9}">
      <p15:notes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987" autoAdjust="0"/>
    <p:restoredTop sz="94712" autoAdjust="0"/>
  </p:normalViewPr>
  <p:slideViewPr>
    <p:cSldViewPr snapToGrid="0">
      <p:cViewPr varScale="1">
        <p:scale>
          <a:sx n="117" d="100"/>
          <a:sy n="117" d="100"/>
        </p:scale>
        <p:origin x="294" y="102"/>
      </p:cViewPr>
      <p:guideLst/>
    </p:cSldViewPr>
  </p:slideViewPr>
  <p:notesTextViewPr>
    <p:cViewPr>
      <p:scale>
        <a:sx n="1" d="1"/>
        <a:sy n="1" d="1"/>
      </p:scale>
      <p:origin x="0" y="0"/>
    </p:cViewPr>
  </p:notesTextViewPr>
  <p:notesViewPr>
    <p:cSldViewPr snapToGrid="0" showGuides="1">
      <p:cViewPr varScale="1">
        <p:scale>
          <a:sx n="60" d="100"/>
          <a:sy n="60" d="100"/>
        </p:scale>
        <p:origin x="3187" y="43"/>
      </p:cViewPr>
      <p:guideLst/>
    </p:cSldViewPr>
  </p:notes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notesMaster" Target="notesMasters/notesMaster1.xml"/><Relationship Id="rId10" Type="http://schemas.openxmlformats.org/officeDocument/2006/relationships/handoutMaster" Target="handoutMasters/handoutMaster1.xml"/><Relationship Id="rId11" Type="http://schemas.openxmlformats.org/officeDocument/2006/relationships/presProps" Target="presProps.xml"/><Relationship Id="rId12" Type="http://schemas.openxmlformats.org/officeDocument/2006/relationships/viewProps" Target="viewProps.xml"/><Relationship Id="rId13" Type="http://schemas.openxmlformats.org/officeDocument/2006/relationships/theme" Target="theme/theme1.xml"/><Relationship Id="rId14" Type="http://schemas.openxmlformats.org/officeDocument/2006/relationships/tableStyles" Target="tableStyles.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 Id="rId22" Type="http://schemas.openxmlformats.org/officeDocument/2006/relationships/slide" Target="slides/slide15.xml"/><Relationship Id="rId23" Type="http://schemas.openxmlformats.org/officeDocument/2006/relationships/slide" Target="slides/slide16.xml"/><Relationship Id="rId24" Type="http://schemas.openxmlformats.org/officeDocument/2006/relationships/slide" Target="slides/slide17.xml"/><Relationship Id="rId25" Type="http://schemas.openxmlformats.org/officeDocument/2006/relationships/slide" Target="slides/slide18.xml"/><Relationship Id="rId26" Type="http://schemas.openxmlformats.org/officeDocument/2006/relationships/slide" Target="slides/slide19.xml"/><Relationship Id="rId27" Type="http://schemas.openxmlformats.org/officeDocument/2006/relationships/slide" Target="slides/slide20.xml"/><Relationship Id="rId28" Type="http://schemas.openxmlformats.org/officeDocument/2006/relationships/slide" Target="slides/slide21.xml"/><Relationship Id="rId29" Type="http://schemas.openxmlformats.org/officeDocument/2006/relationships/slide" Target="slides/slide22.xml"/><Relationship Id="rId30" Type="http://schemas.openxmlformats.org/officeDocument/2006/relationships/slide" Target="slides/slide23.xml"/><Relationship Id="rId31" Type="http://schemas.openxmlformats.org/officeDocument/2006/relationships/slide" Target="slides/slide24.xml"/><Relationship Id="rId32" Type="http://schemas.openxmlformats.org/officeDocument/2006/relationships/slide" Target="slides/slide25.xml"/><Relationship Id="rId33" Type="http://schemas.openxmlformats.org/officeDocument/2006/relationships/slide" Target="slides/slide26.xml"/><Relationship Id="rId34" Type="http://schemas.openxmlformats.org/officeDocument/2006/relationships/slide" Target="slides/slide27.xml"/><Relationship Id="rId35" Type="http://schemas.openxmlformats.org/officeDocument/2006/relationships/slide" Target="slides/slide28.xml"/><Relationship Id="rId36" Type="http://schemas.openxmlformats.org/officeDocument/2006/relationships/slide" Target="slides/slide29.xml"/><Relationship Id="rId37" Type="http://schemas.openxmlformats.org/officeDocument/2006/relationships/slide" Target="slides/slide30.xml"/><Relationship Id="rId38" Type="http://schemas.openxmlformats.org/officeDocument/2006/relationships/slide" Target="slides/slide31.xml"/><Relationship Id="rId39" Type="http://schemas.openxmlformats.org/officeDocument/2006/relationships/slide" Target="slides/slide32.xml"/><Relationship Id="rId40" Type="http://schemas.openxmlformats.org/officeDocument/2006/relationships/slide" Target="slides/slide33.xml"/><Relationship Id="rId41" Type="http://schemas.openxmlformats.org/officeDocument/2006/relationships/slide" Target="slides/slide34.xml"/><Relationship Id="rId42" Type="http://schemas.openxmlformats.org/officeDocument/2006/relationships/slide" Target="slides/slide35.xml"/><Relationship Id="rId43" Type="http://schemas.openxmlformats.org/officeDocument/2006/relationships/slide" Target="slides/slide36.xml"/><Relationship Id="rId44" Type="http://schemas.openxmlformats.org/officeDocument/2006/relationships/slide" Target="slides/slide37.xml"/><Relationship Id="rId45" Type="http://schemas.openxmlformats.org/officeDocument/2006/relationships/slide" Target="slides/slide38.xml"/><Relationship Id="rId46" Type="http://schemas.openxmlformats.org/officeDocument/2006/relationships/slide" Target="slides/slide39.xml"/><Relationship Id="rId47" Type="http://schemas.openxmlformats.org/officeDocument/2006/relationships/slide" Target="slides/slide40.xml"/><Relationship Id="rId48" Type="http://schemas.openxmlformats.org/officeDocument/2006/relationships/slide" Target="slides/slide41.xml"/><Relationship Id="rId49" Type="http://schemas.openxmlformats.org/officeDocument/2006/relationships/slide" Target="slides/slide42.xml"/><Relationship Id="rId50" Type="http://schemas.openxmlformats.org/officeDocument/2006/relationships/slide" Target="slides/slide43.xml"/><Relationship Id="rId51" Type="http://schemas.openxmlformats.org/officeDocument/2006/relationships/slide" Target="slides/slide44.xml"/><Relationship Id="rId52" Type="http://schemas.openxmlformats.org/officeDocument/2006/relationships/slide" Target="slides/slide45.xml"/><Relationship Id="rId53" Type="http://schemas.openxmlformats.org/officeDocument/2006/relationships/slide" Target="slides/slide46.xml"/><Relationship Id="rId54" Type="http://schemas.openxmlformats.org/officeDocument/2006/relationships/slide" Target="slides/slide47.xml"/><Relationship Id="rId55" Type="http://schemas.openxmlformats.org/officeDocument/2006/relationships/slide" Target="slides/slide48.xml"/><Relationship Id="rId56" Type="http://schemas.openxmlformats.org/officeDocument/2006/relationships/slide" Target="slides/slide49.xml"/><Relationship Id="rId57" Type="http://schemas.openxmlformats.org/officeDocument/2006/relationships/slide" Target="slides/slide50.xml"/><Relationship Id="rId58" Type="http://schemas.openxmlformats.org/officeDocument/2006/relationships/slide" Target="slides/slide51.xml"/><Relationship Id="rId59" Type="http://schemas.openxmlformats.org/officeDocument/2006/relationships/slide" Target="slides/slide52.xml"/><Relationship Id="rId60" Type="http://schemas.openxmlformats.org/officeDocument/2006/relationships/slide" Target="slides/slide53.xml"/><Relationship Id="rId61" Type="http://schemas.openxmlformats.org/officeDocument/2006/relationships/slide" Target="slides/slide54.xml"/><Relationship Id="rId62" Type="http://schemas.openxmlformats.org/officeDocument/2006/relationships/slide" Target="slides/slide55.xml"/><Relationship Id="rId63" Type="http://schemas.openxmlformats.org/officeDocument/2006/relationships/slide" Target="slides/slide56.xml"/><Relationship Id="rId64" Type="http://schemas.openxmlformats.org/officeDocument/2006/relationships/slide" Target="slides/slide57.xml"/><Relationship Id="rId65" Type="http://schemas.openxmlformats.org/officeDocument/2006/relationships/slide" Target="slides/slide58.xml"/><Relationship Id="rId66" Type="http://schemas.openxmlformats.org/officeDocument/2006/relationships/slide" Target="slides/slide59.xml"/><Relationship Id="rId67" Type="http://schemas.openxmlformats.org/officeDocument/2006/relationships/slide" Target="slides/slide60.xml"/><Relationship Id="rId68" Type="http://schemas.openxmlformats.org/officeDocument/2006/relationships/slide" Target="slides/slide61.xml"/><Relationship Id="rId69" Type="http://schemas.openxmlformats.org/officeDocument/2006/relationships/slide" Target="slides/slide62.xml"/><Relationship Id="rId70" Type="http://schemas.openxmlformats.org/officeDocument/2006/relationships/slide" Target="slides/slide63.xml"/><Relationship Id="rId71" Type="http://schemas.openxmlformats.org/officeDocument/2006/relationships/slide" Target="slides/slide64.xml"/><Relationship Id="rId72" Type="http://schemas.openxmlformats.org/officeDocument/2006/relationships/slide" Target="slides/slide65.xml"/><Relationship Id="rId73" Type="http://schemas.openxmlformats.org/officeDocument/2006/relationships/slide" Target="slides/slide66.xml"/><Relationship Id="rId74" Type="http://schemas.openxmlformats.org/officeDocument/2006/relationships/slide" Target="slides/slide67.xml"/><Relationship Id="rId75" Type="http://schemas.openxmlformats.org/officeDocument/2006/relationships/slide" Target="slides/slide68.xml"/></Relationships>
</file>

<file path=ppt/diagrams/_rels/data1.xml.rels><?xml version='1.0' encoding='UTF-8' standalone='yes'?>
<Relationships xmlns="http://schemas.openxmlformats.org/package/2006/relationships"><Relationship Id="rId1" Type="http://schemas.openxmlformats.org/officeDocument/2006/relationships/image" Target="../media/image3.png"/><Relationship Id="rId2" Type="http://schemas.openxmlformats.org/officeDocument/2006/relationships/image" Target="../media/image4.svg"/><Relationship Id="rId3" Type="http://schemas.openxmlformats.org/officeDocument/2006/relationships/image" Target="../media/image5.png"/><Relationship Id="rId4" Type="http://schemas.openxmlformats.org/officeDocument/2006/relationships/image" Target="../media/image6.svg"/><Relationship Id="rId5" Type="http://schemas.openxmlformats.org/officeDocument/2006/relationships/image" Target="../media/image7.png"/><Relationship Id="rId6" Type="http://schemas.openxmlformats.org/officeDocument/2006/relationships/image" Target="../media/image8.svg"/><Relationship Id="rId7" Type="http://schemas.openxmlformats.org/officeDocument/2006/relationships/image" Target="../media/image9.png"/><Relationship Id="rId8" Type="http://schemas.openxmlformats.org/officeDocument/2006/relationships/image" Target="../media/image10.svg"/><Relationship Id="rId9" Type="http://schemas.openxmlformats.org/officeDocument/2006/relationships/image" Target="../media/image11.png"/><Relationship Id="rId10" Type="http://schemas.openxmlformats.org/officeDocument/2006/relationships/image" Target="../media/image12.svg"/></Relationships>
</file>

<file path=ppt/diagrams/_rels/drawing1.xml.rels><?xml version='1.0' encoding='UTF-8' standalone='yes'?>
<Relationships xmlns="http://schemas.openxmlformats.org/package/2006/relationships"><Relationship Id="rId1" Type="http://schemas.openxmlformats.org/officeDocument/2006/relationships/image" Target="../media/image3.png"/><Relationship Id="rId2" Type="http://schemas.openxmlformats.org/officeDocument/2006/relationships/image" Target="../media/image4.svg"/><Relationship Id="rId3" Type="http://schemas.openxmlformats.org/officeDocument/2006/relationships/image" Target="../media/image5.png"/><Relationship Id="rId4" Type="http://schemas.openxmlformats.org/officeDocument/2006/relationships/image" Target="../media/image6.svg"/><Relationship Id="rId5" Type="http://schemas.openxmlformats.org/officeDocument/2006/relationships/image" Target="../media/image7.png"/><Relationship Id="rId6" Type="http://schemas.openxmlformats.org/officeDocument/2006/relationships/image" Target="../media/image8.svg"/><Relationship Id="rId7" Type="http://schemas.openxmlformats.org/officeDocument/2006/relationships/image" Target="../media/image9.png"/><Relationship Id="rId8" Type="http://schemas.openxmlformats.org/officeDocument/2006/relationships/image" Target="../media/image10.svg"/><Relationship Id="rId9" Type="http://schemas.openxmlformats.org/officeDocument/2006/relationships/image" Target="../media/image11.png"/><Relationship Id="rId10" Type="http://schemas.openxmlformats.org/officeDocument/2006/relationships/image" Target="../media/image12.svg"/></Relationships>
</file>

<file path=ppt/diagrams/colors1.xml><?xml version="1.0" encoding="utf-8"?>
<dgm:colorsDef xmlns:dgm="http://schemas.openxmlformats.org/drawingml/2006/diagram" xmlns:a="http://schemas.openxmlformats.org/drawingml/2006/main" uniqueId="urn:microsoft.com/office/officeart/2018/5/colors/Iconchunking_neutralbg_colorful5">
  <dgm:title val=""/>
  <dgm:desc val=""/>
  <dgm:catLst>
    <dgm:cat type="colorful" pri="10500"/>
  </dgm:catLst>
  <dgm:styleLbl name="node0">
    <dgm:fillClrLst meth="repeat">
      <a:schemeClr val="accent4"/>
    </dgm:fillClrLst>
    <dgm:linClrLst meth="repeat">
      <a:schemeClr val="lt1"/>
    </dgm:linClrLst>
    <dgm:effectClrLst/>
    <dgm:txLinClrLst/>
    <dgm:txFillClrLst/>
    <dgm:txEffectClrLst/>
  </dgm:styleLbl>
  <dgm:styleLbl name="node1">
    <dgm:fillClrLst>
      <a:schemeClr val="accent5"/>
      <a:schemeClr val="accent6"/>
    </dgm:fillClrLst>
    <dgm:linClrLst meth="repeat">
      <a:schemeClr val="lt1">
        <a:alpha val="0"/>
      </a:schemeClr>
    </dgm:linClrLst>
    <dgm:effectClrLst/>
    <dgm:txLinClrLst/>
    <dgm:txFillClrLst/>
    <dgm:txEffectClrLst/>
  </dgm:styleLbl>
  <dgm:styleLbl name="alignNode1">
    <dgm:fillClrLst>
      <a:schemeClr val="accent5"/>
      <a:schemeClr val="accent6"/>
    </dgm:fillClrLst>
    <dgm:linClrLst>
      <a:schemeClr val="accent5"/>
      <a:schemeClr val="accent6"/>
    </dgm:linClrLst>
    <dgm:effectClrLst/>
    <dgm:txLinClrLst/>
    <dgm:txFillClrLst/>
    <dgm:txEffectClrLst/>
  </dgm:styleLbl>
  <dgm:styleLbl name="lnNode1">
    <dgm:fillClrLst>
      <a:schemeClr val="accent5"/>
      <a:schemeClr val="accent6"/>
    </dgm:fillClrLst>
    <dgm:linClrLst meth="repeat">
      <a:schemeClr val="lt1"/>
    </dgm:linClrLst>
    <dgm:effectClrLst/>
    <dgm:txLinClrLst/>
    <dgm:txFillClrLst/>
    <dgm:txEffectClrLst/>
  </dgm:styleLbl>
  <dgm:styleLbl name="vennNode1">
    <dgm:fillClrLst>
      <a:schemeClr val="accent5">
        <a:alpha val="50000"/>
      </a:schemeClr>
      <a:schemeClr val="accent6">
        <a:alpha val="50000"/>
      </a:schemeClr>
    </dgm:fillClrLst>
    <dgm:linClrLst meth="repeat">
      <a:schemeClr val="lt1"/>
    </dgm:linClrLst>
    <dgm:effectClrLst/>
    <dgm:txLinClrLst/>
    <dgm:txFillClrLst/>
    <dgm:txEffectClrLst/>
  </dgm:styleLbl>
  <dgm:styleLbl name="node2">
    <dgm:fillClrLst>
      <a:schemeClr val="accent6"/>
    </dgm:fillClrLst>
    <dgm:linClrLst meth="repeat">
      <a:schemeClr val="lt1"/>
    </dgm:linClrLst>
    <dgm:effectClrLst/>
    <dgm:txLinClrLst/>
    <dgm:txFillClrLst/>
    <dgm:txEffectClrLst/>
  </dgm:styleLbl>
  <dgm:styleLbl name="node3">
    <dgm:fillClrLst>
      <a:schemeClr val="accent1"/>
    </dgm:fillClrLst>
    <dgm:linClrLst meth="repeat">
      <a:schemeClr val="lt1"/>
    </dgm:linClrLst>
    <dgm:effectClrLst/>
    <dgm:txLinClrLst/>
    <dgm:txFillClrLst/>
    <dgm:txEffectClrLst/>
  </dgm:styleLbl>
  <dgm:styleLbl name="node4">
    <dgm:fillClrLst>
      <a:schemeClr val="accent2"/>
    </dgm:fillClrLst>
    <dgm:linClrLst meth="repeat">
      <a:schemeClr val="lt1"/>
    </dgm:linClrLst>
    <dgm:effectClrLst/>
    <dgm:txLinClrLst/>
    <dgm:txFillClrLst/>
    <dgm:txEffectClrLst/>
  </dgm:styleLbl>
  <dgm:styleLbl name="fgImgPlace1">
    <dgm:fillClrLst>
      <a:schemeClr val="accent5">
        <a:tint val="50000"/>
      </a:schemeClr>
      <a:schemeClr val="accent6">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5">
        <a:tint val="50000"/>
      </a:schemeClr>
      <a:schemeClr val="accent6">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5">
        <a:tint val="50000"/>
      </a:schemeClr>
      <a:schemeClr val="accent6">
        <a:tint val="20000"/>
      </a:schemeClr>
    </dgm:fillClrLst>
    <dgm:linClrLst meth="repeat">
      <a:schemeClr val="lt1"/>
    </dgm:linClrLst>
    <dgm:effectClrLst/>
    <dgm:txLinClrLst/>
    <dgm:txFillClrLst meth="repeat">
      <a:schemeClr val="lt1"/>
    </dgm:txFillClrLst>
    <dgm:txEffectClrLst/>
  </dgm:styleLbl>
  <dgm:styleLbl name="sibTrans2D1">
    <dgm:fillClrLst>
      <a:schemeClr val="accent5"/>
      <a:schemeClr val="accent6"/>
    </dgm:fillClrLst>
    <dgm:linClrLst meth="repeat">
      <a:schemeClr val="lt1"/>
    </dgm:linClrLst>
    <dgm:effectClrLst/>
    <dgm:txLinClrLst/>
    <dgm:txFillClrLst/>
    <dgm:txEffectClrLst/>
  </dgm:styleLbl>
  <dgm:styleLbl name="fgSibTrans2D1">
    <dgm:fillClrLst>
      <a:schemeClr val="accent5"/>
      <a:schemeClr val="accent6"/>
    </dgm:fillClrLst>
    <dgm:linClrLst meth="repeat">
      <a:schemeClr val="lt1"/>
    </dgm:linClrLst>
    <dgm:effectClrLst/>
    <dgm:txLinClrLst/>
    <dgm:txFillClrLst meth="repeat">
      <a:schemeClr val="lt1"/>
    </dgm:txFillClrLst>
    <dgm:txEffectClrLst/>
  </dgm:styleLbl>
  <dgm:styleLbl name="bgSibTrans2D1">
    <dgm:fillClrLst>
      <a:schemeClr val="accent5"/>
      <a:schemeClr val="accent6"/>
    </dgm:fillClrLst>
    <dgm:linClrLst meth="repeat">
      <a:schemeClr val="lt1"/>
    </dgm:linClrLst>
    <dgm:effectClrLst/>
    <dgm:txLinClrLst/>
    <dgm:txFillClrLst meth="repeat">
      <a:schemeClr val="lt1"/>
    </dgm:txFillClrLst>
    <dgm:txEffectClrLst/>
  </dgm:styleLbl>
  <dgm:styleLbl name="sibTrans1D1">
    <dgm:fillClrLst/>
    <dgm:linClrLst>
      <a:schemeClr val="accent5"/>
      <a:schemeClr val="accent6"/>
    </dgm:linClrLst>
    <dgm:effectClrLst/>
    <dgm:txLinClrLst/>
    <dgm:txFillClrLst meth="repeat">
      <a:schemeClr val="tx1"/>
    </dgm:txFillClrLst>
    <dgm:txEffectClrLst/>
  </dgm:styleLbl>
  <dgm:styleLbl name="callout">
    <dgm:fillClrLst meth="repeat">
      <a:schemeClr val="accent5"/>
    </dgm:fillClrLst>
    <dgm:linClrLst meth="repeat">
      <a:schemeClr val="accent5">
        <a:tint val="50000"/>
      </a:schemeClr>
    </dgm:linClrLst>
    <dgm:effectClrLst/>
    <dgm:txLinClrLst/>
    <dgm:txFillClrLst meth="repeat">
      <a:schemeClr val="tx1"/>
    </dgm:txFillClrLst>
    <dgm:txEffectClrLst/>
  </dgm:styleLbl>
  <dgm:styleLbl name="asst0">
    <dgm:fillClrLst meth="repeat">
      <a:schemeClr val="accent5"/>
    </dgm:fillClrLst>
    <dgm:linClrLst meth="repeat">
      <a:schemeClr val="lt1">
        <a:shade val="80000"/>
      </a:schemeClr>
    </dgm:linClrLst>
    <dgm:effectClrLst/>
    <dgm:txLinClrLst/>
    <dgm:txFillClrLst/>
    <dgm:txEffectClrLst/>
  </dgm:styleLbl>
  <dgm:styleLbl name="asst1">
    <dgm:fillClrLst meth="repeat">
      <a:schemeClr val="accent6"/>
    </dgm:fillClrLst>
    <dgm:linClrLst meth="repeat">
      <a:schemeClr val="lt1">
        <a:shade val="80000"/>
      </a:schemeClr>
    </dgm:linClrLst>
    <dgm:effectClrLst/>
    <dgm:txLinClrLst/>
    <dgm:txFillClrLst/>
    <dgm:txEffectClrLst/>
  </dgm:styleLbl>
  <dgm:styleLbl name="asst2">
    <dgm:fillClrLst>
      <a:schemeClr val="accent1"/>
    </dgm:fillClrLst>
    <dgm:linClrLst meth="repeat">
      <a:schemeClr val="lt1"/>
    </dgm:linClrLst>
    <dgm:effectClrLst/>
    <dgm:txLinClrLst/>
    <dgm:txFillClrLst/>
    <dgm:txEffectClrLst/>
  </dgm:styleLbl>
  <dgm:styleLbl name="asst3">
    <dgm:fillClrLst>
      <a:schemeClr val="accent2"/>
    </dgm:fillClrLst>
    <dgm:linClrLst meth="repeat">
      <a:schemeClr val="lt1"/>
    </dgm:linClrLst>
    <dgm:effectClrLst/>
    <dgm:txLinClrLst/>
    <dgm:txFillClrLst/>
    <dgm:txEffectClrLst/>
  </dgm:styleLbl>
  <dgm:styleLbl name="asst4">
    <dgm:fillClrLst>
      <a:schemeClr val="accent3"/>
    </dgm:fillClrLst>
    <dgm:linClrLst meth="repeat">
      <a:schemeClr val="lt1"/>
    </dgm:linClrLst>
    <dgm:effectClrLst/>
    <dgm:txLinClrLst/>
    <dgm:txFillClrLst/>
    <dgm:txEffectClrLst/>
  </dgm:styleLbl>
  <dgm:styleLbl name="parChTrans2D1">
    <dgm:fillClrLst meth="repeat">
      <a:schemeClr val="accent5"/>
    </dgm:fillClrLst>
    <dgm:linClrLst meth="repeat">
      <a:schemeClr val="lt1"/>
    </dgm:linClrLst>
    <dgm:effectClrLst/>
    <dgm:txLinClrLst/>
    <dgm:txFillClrLst meth="repeat">
      <a:schemeClr val="lt1"/>
    </dgm:txFillClrLst>
    <dgm:txEffectClrLst/>
  </dgm:styleLbl>
  <dgm:styleLbl name="parChTrans2D2">
    <dgm:fillClrLst meth="repeat">
      <a:schemeClr val="accent6"/>
    </dgm:fillClrLst>
    <dgm:linClrLst meth="repeat">
      <a:schemeClr val="lt1"/>
    </dgm:linClrLst>
    <dgm:effectClrLst/>
    <dgm:txLinClrLst/>
    <dgm:txFillClrLst/>
    <dgm:txEffectClrLst/>
  </dgm:styleLbl>
  <dgm:styleLbl name="parChTrans2D3">
    <dgm:fillClrLst meth="repeat">
      <a:schemeClr val="accent6"/>
    </dgm:fillClrLst>
    <dgm:linClrLst meth="repeat">
      <a:schemeClr val="lt1"/>
    </dgm:linClrLst>
    <dgm:effectClrLst/>
    <dgm:txLinClrLst/>
    <dgm:txFillClrLst/>
    <dgm:txEffectClrLst/>
  </dgm:styleLbl>
  <dgm:styleLbl name="parChTrans2D4">
    <dgm:fillClrLst meth="repeat">
      <a:schemeClr val="accent1"/>
    </dgm:fillClrLst>
    <dgm:linClrLst meth="repeat">
      <a:schemeClr val="lt1"/>
    </dgm:linClrLst>
    <dgm:effectClrLst/>
    <dgm:txLinClrLst/>
    <dgm:txFillClrLst meth="repeat">
      <a:schemeClr val="lt1"/>
    </dgm:txFillClrLst>
    <dgm:txEffectClrLst/>
  </dgm:styleLbl>
  <dgm:styleLbl name="parChTrans1D1">
    <dgm:fillClrLst meth="repeat">
      <a:schemeClr val="accent5"/>
    </dgm:fillClrLst>
    <dgm:linClrLst meth="repeat">
      <a:schemeClr val="accent5"/>
    </dgm:linClrLst>
    <dgm:effectClrLst/>
    <dgm:txLinClrLst/>
    <dgm:txFillClrLst meth="repeat">
      <a:schemeClr val="tx1"/>
    </dgm:txFillClrLst>
    <dgm:txEffectClrLst/>
  </dgm:styleLbl>
  <dgm:styleLbl name="parChTrans1D2">
    <dgm:fillClrLst meth="repeat">
      <a:schemeClr val="accent6">
        <a:tint val="90000"/>
      </a:schemeClr>
    </dgm:fillClrLst>
    <dgm:linClrLst meth="repeat">
      <a:schemeClr val="accent6"/>
    </dgm:linClrLst>
    <dgm:effectClrLst/>
    <dgm:txLinClrLst/>
    <dgm:txFillClrLst meth="repeat">
      <a:schemeClr val="tx1"/>
    </dgm:txFillClrLst>
    <dgm:txEffectClrLst/>
  </dgm:styleLbl>
  <dgm:styleLbl name="parChTrans1D3">
    <dgm:fillClrLst meth="repeat">
      <a:schemeClr val="accent6">
        <a:tint val="70000"/>
      </a:schemeClr>
    </dgm:fillClrLst>
    <dgm:linClrLst meth="repeat">
      <a:schemeClr val="accent1"/>
    </dgm:linClrLst>
    <dgm:effectClrLst/>
    <dgm:txLinClrLst/>
    <dgm:txFillClrLst meth="repeat">
      <a:schemeClr val="tx1"/>
    </dgm:txFillClrLst>
    <dgm:txEffectClrLst/>
  </dgm:styleLbl>
  <dgm:styleLbl name="parChTrans1D4">
    <dgm:fillClrLst meth="repeat">
      <a:schemeClr val="accent6">
        <a:tint val="50000"/>
      </a:schemeClr>
    </dgm:fillClrLst>
    <dgm:linClrLst meth="repeat">
      <a:schemeClr val="accent2"/>
    </dgm:linClrLst>
    <dgm:effectClrLst/>
    <dgm:txLinClrLst/>
    <dgm:txFillClrLst meth="repeat">
      <a:schemeClr val="tx1"/>
    </dgm:txFillClrLst>
    <dgm:txEffectClrLst/>
  </dgm:styleLbl>
  <dgm:styleLbl name="fgAcc1">
    <dgm:fillClrLst meth="repeat">
      <a:schemeClr val="lt1">
        <a:alpha val="90000"/>
      </a:schemeClr>
    </dgm:fillClrLst>
    <dgm:linClrLst>
      <a:schemeClr val="accent5"/>
      <a:schemeClr val="accent6"/>
    </dgm:linClrLst>
    <dgm:effectClrLst/>
    <dgm:txLinClrLst/>
    <dgm:txFillClrLst meth="repeat">
      <a:schemeClr val="dk1"/>
    </dgm:txFillClrLst>
    <dgm:txEffectClrLst/>
  </dgm:styleLbl>
  <dgm:styleLbl name="conFgAcc1">
    <dgm:fillClrLst meth="repeat">
      <a:schemeClr val="lt1">
        <a:alpha val="90000"/>
      </a:schemeClr>
    </dgm:fillClrLst>
    <dgm:linClrLst>
      <a:schemeClr val="accent5"/>
      <a:schemeClr val="accent6"/>
    </dgm:linClrLst>
    <dgm:effectClrLst/>
    <dgm:txLinClrLst/>
    <dgm:txFillClrLst meth="repeat">
      <a:schemeClr val="dk1"/>
    </dgm:txFillClrLst>
    <dgm:txEffectClrLst/>
  </dgm:styleLbl>
  <dgm:styleLbl name="alignAcc1">
    <dgm:fillClrLst meth="repeat">
      <a:schemeClr val="lt1">
        <a:alpha val="90000"/>
      </a:schemeClr>
    </dgm:fillClrLst>
    <dgm:linClrLst>
      <a:schemeClr val="accent5"/>
      <a:schemeClr val="accent6"/>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5"/>
    </dgm:linClrLst>
    <dgm:effectClrLst/>
    <dgm:txLinClrLst/>
    <dgm:txFillClrLst meth="repeat">
      <a:schemeClr val="dk1"/>
    </dgm:txFillClrLst>
    <dgm:txEffectClrLst/>
  </dgm:styleLbl>
  <dgm:styleLbl name="bgAcc1">
    <dgm:fillClrLst meth="repeat">
      <a:schemeClr val="lt1">
        <a:alpha val="90000"/>
      </a:schemeClr>
    </dgm:fillClrLst>
    <dgm:linClrLst>
      <a:schemeClr val="accent5"/>
      <a:schemeClr val="accent6"/>
    </dgm:linClrLst>
    <dgm:effectClrLst/>
    <dgm:txLinClrLst/>
    <dgm:txFillClrLst meth="repeat">
      <a:schemeClr val="dk1"/>
    </dgm:txFillClrLst>
    <dgm:txEffectClrLst/>
  </dgm:styleLbl>
  <dgm:styleLbl name="solidFgAcc1">
    <dgm:fillClrLst meth="repeat">
      <a:schemeClr val="lt1"/>
    </dgm:fillClrLst>
    <dgm:linClrLst>
      <a:schemeClr val="accent5"/>
      <a:schemeClr val="accent6"/>
    </dgm:linClrLst>
    <dgm:effectClrLst/>
    <dgm:txLinClrLst/>
    <dgm:txFillClrLst meth="repeat">
      <a:schemeClr val="dk1"/>
    </dgm:txFillClrLst>
    <dgm:txEffectClrLst/>
  </dgm:styleLbl>
  <dgm:styleLbl name="solidAlignAcc1">
    <dgm:fillClrLst meth="repeat">
      <a:schemeClr val="lt1"/>
    </dgm:fillClrLst>
    <dgm:linClrLst>
      <a:schemeClr val="accent5"/>
      <a:schemeClr val="accent6"/>
    </dgm:linClrLst>
    <dgm:effectClrLst/>
    <dgm:txLinClrLst/>
    <dgm:txFillClrLst meth="repeat">
      <a:schemeClr val="dk1"/>
    </dgm:txFillClrLst>
    <dgm:txEffectClrLst/>
  </dgm:styleLbl>
  <dgm:styleLbl name="solidBgAcc1">
    <dgm:fillClrLst meth="repeat">
      <a:schemeClr val="lt1"/>
    </dgm:fillClrLst>
    <dgm:linClrLst>
      <a:schemeClr val="accent5"/>
      <a:schemeClr val="accent6"/>
    </dgm:linClrLst>
    <dgm:effectClrLst/>
    <dgm:txLinClrLst/>
    <dgm:txFillClrLst meth="repeat">
      <a:schemeClr val="dk1"/>
    </dgm:txFillClrLst>
    <dgm:txEffectClrLst/>
  </dgm:styleLbl>
  <dgm:styleLbl name="fgAccFollowNode1">
    <dgm:fillClrLst>
      <a:schemeClr val="accent5">
        <a:tint val="40000"/>
        <a:alpha val="90000"/>
      </a:schemeClr>
      <a:schemeClr val="accent6">
        <a:tint val="40000"/>
        <a:alpha val="90000"/>
      </a:schemeClr>
    </dgm:fillClrLst>
    <dgm:linClrLst>
      <a:schemeClr val="accent5">
        <a:tint val="40000"/>
        <a:alpha val="90000"/>
      </a:schemeClr>
      <a:schemeClr val="accent5">
        <a:tint val="40000"/>
        <a:alpha val="90000"/>
      </a:schemeClr>
    </dgm:linClrLst>
    <dgm:effectClrLst/>
    <dgm:txLinClrLst/>
    <dgm:txFillClrLst meth="repeat">
      <a:schemeClr val="dk1"/>
    </dgm:txFillClrLst>
    <dgm:txEffectClrLst/>
  </dgm:styleLbl>
  <dgm:styleLbl name="alignAccFollowNode1">
    <dgm:fillClrLst>
      <a:schemeClr val="accent5">
        <a:tint val="40000"/>
        <a:alpha val="90000"/>
      </a:schemeClr>
      <a:schemeClr val="accent6">
        <a:tint val="40000"/>
        <a:alpha val="90000"/>
      </a:schemeClr>
    </dgm:fillClrLst>
    <dgm:linClrLst>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bgAccFollowNode1">
    <dgm:fillClrLst>
      <a:schemeClr val="accent5">
        <a:tint val="40000"/>
        <a:alpha val="90000"/>
      </a:schemeClr>
      <a:schemeClr val="accent6">
        <a:tint val="40000"/>
        <a:alpha val="90000"/>
      </a:schemeClr>
    </dgm:fillClrLst>
    <dgm:linClrLst>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4"/>
    </dgm:linClrLst>
    <dgm:effectClrLst/>
    <dgm:txLinClrLst/>
    <dgm:txFillClrLst meth="repeat">
      <a:schemeClr val="dk1"/>
    </dgm:txFillClrLst>
    <dgm:txEffectClrLst/>
  </dgm:styleLbl>
  <dgm:styleLbl name="fgAcc2">
    <dgm:fillClrLst meth="repeat">
      <a:schemeClr val="lt1">
        <a:alpha val="90000"/>
      </a:schemeClr>
    </dgm:fillClrLst>
    <dgm:linClrLst>
      <a:schemeClr val="accent6"/>
    </dgm:linClrLst>
    <dgm:effectClrLst/>
    <dgm:txLinClrLst/>
    <dgm:txFillClrLst meth="repeat">
      <a:schemeClr val="dk1"/>
    </dgm:txFillClrLst>
    <dgm:txEffectClrLst/>
  </dgm:styleLbl>
  <dgm:styleLbl name="fgAcc3">
    <dgm:fillClrLst meth="repeat">
      <a:schemeClr val="lt1">
        <a:alpha val="90000"/>
      </a:schemeClr>
    </dgm:fillClrLst>
    <dgm:linClrLst>
      <a:schemeClr val="accent1"/>
    </dgm:linClrLst>
    <dgm:effectClrLst/>
    <dgm:txLinClrLst/>
    <dgm:txFillClrLst meth="repeat">
      <a:schemeClr val="dk1"/>
    </dgm:txFillClrLst>
    <dgm:txEffectClrLst/>
  </dgm:styleLbl>
  <dgm:styleLbl name="fgAcc4">
    <dgm:fillClrLst meth="repeat">
      <a:schemeClr val="lt1">
        <a:alpha val="90000"/>
      </a:schemeClr>
    </dgm:fillClrLst>
    <dgm:linClrLst>
      <a:schemeClr val="accent2"/>
    </dgm:linClrLst>
    <dgm:effectClrLst/>
    <dgm:txLinClrLst/>
    <dgm:txFillClrLst meth="repeat">
      <a:schemeClr val="dk1"/>
    </dgm:txFillClrLst>
    <dgm:txEffectClrLst/>
  </dgm:styleLbl>
  <dgm:styleLbl name="bgShp">
    <dgm:fillClrLst meth="repeat">
      <a:schemeClr val="bg1">
        <a:lumMod val="95000"/>
      </a:schemeClr>
    </dgm:fillClrLst>
    <dgm:linClrLst meth="repeat">
      <a:schemeClr val="dk1"/>
    </dgm:linClrLst>
    <dgm:effectClrLst/>
    <dgm:txLinClrLst/>
    <dgm:txFillClrLst meth="repeat">
      <a:schemeClr val="dk1"/>
    </dgm:txFillClrLst>
    <dgm:txEffectClrLst/>
  </dgm:styleLbl>
  <dgm:styleLbl name="dkBgShp">
    <dgm:fillClrLst meth="repeat">
      <a:schemeClr val="accent5">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5">
        <a:tint val="50000"/>
        <a:alpha val="40000"/>
      </a:schemeClr>
    </dgm:fillClrLst>
    <dgm:linClrLst meth="repeat">
      <a:schemeClr val="accent5"/>
    </dgm:linClrLst>
    <dgm:effectClrLst/>
    <dgm:txLinClrLst/>
    <dgm:txFillClrLst meth="repeat">
      <a:schemeClr val="lt1"/>
    </dgm:txFillClrLst>
    <dgm:txEffectClrLst/>
  </dgm:styleLbl>
  <dgm:styleLbl name="fgShp">
    <dgm:fillClrLst meth="repeat">
      <a:schemeClr val="accent5">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2.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3.xml><?xml version="1.0" encoding="utf-8"?>
<dgm:colorsDef xmlns:dgm="http://schemas.openxmlformats.org/drawingml/2006/diagram" xmlns:a="http://schemas.openxmlformats.org/drawingml/2006/main" uniqueId="urn:microsoft.com/office/officeart/2018/5/colors/Iconchunking_neutralicontext_colorful1">
  <dgm:title val=""/>
  <dgm:desc val=""/>
  <dgm:catLst>
    <dgm:cat type="colorful" pri="10100"/>
  </dgm:catLst>
  <dgm:styleLbl name="node0">
    <dgm:fillClrLst meth="repeat">
      <a:schemeClr val="accent1"/>
    </dgm:fillClrLst>
    <dgm:linClrLst meth="repeat">
      <a:schemeClr val="lt1"/>
    </dgm:linClrLst>
    <dgm:effectClrLst/>
    <dgm:txLinClrLst/>
    <dgm:txFillClrLst/>
    <dgm:txEffectClrLst/>
  </dgm:styleLbl>
  <dgm:styleLbl name="node1">
    <dgm:fillClrLst meth="repeat">
      <a:schemeClr val="bg1"/>
    </dgm:fillClrLst>
    <dgm:linClrLst meth="repeat">
      <a:schemeClr val="lt1">
        <a:alpha val="0"/>
      </a:schemeClr>
    </dgm:linClrLst>
    <dgm:effectClrLst/>
    <dgm:txLinClrLst/>
    <dgm:txFillClrLst meth="repeat">
      <a:schemeClr val="dk1"/>
    </dgm:txFillClrLst>
    <dgm:txEffectClrLst/>
  </dgm:styleLbl>
  <dgm:styleLbl name="alignNode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dgm:txEffectClrLst/>
  </dgm:styleLbl>
  <dgm:styleLbl name="lnNode1">
    <dgm:fillClrLst meth="repeat">
      <a:schemeClr val="accent2"/>
      <a:schemeClr val="accent3"/>
      <a:schemeClr val="accent4"/>
      <a:schemeClr val="accent5"/>
      <a:schemeClr val="accent6"/>
    </dgm:fillClrLst>
    <dgm:linClrLst meth="repeat">
      <a:schemeClr val="lt1"/>
    </dgm:linClrLst>
    <dgm:effectClrLst/>
    <dgm:txLinClrLst/>
    <dgm:txFillClrLst/>
    <dgm:txEffectClrLst/>
  </dgm:styleLbl>
  <dgm:styleLbl name="vennNode1">
    <dgm:fillClrLst meth="repeat">
      <a:schemeClr val="accent2">
        <a:alpha val="50000"/>
      </a:schemeClr>
      <a:schemeClr val="accent3">
        <a:alpha val="50000"/>
      </a:schemeClr>
      <a:schemeClr val="accent4">
        <a:alpha val="50000"/>
      </a:schemeClr>
      <a:schemeClr val="accent5">
        <a:alpha val="50000"/>
      </a:schemeClr>
      <a:schemeClr val="accent6">
        <a:alpha val="50000"/>
      </a:schemeClr>
    </dgm:fillClrLst>
    <dgm:linClrLst meth="repeat">
      <a:schemeClr val="lt1"/>
    </dgm:linClrLst>
    <dgm:effectClrLst/>
    <dgm:txLinClrLst/>
    <dgm:txFillClrLst/>
    <dgm:txEffectClrLst/>
  </dgm:styleLbl>
  <dgm:styleLbl name="node2">
    <dgm:fillClrLst>
      <a:schemeClr val="accent2"/>
    </dgm:fillClrLst>
    <dgm:linClrLst meth="repeat">
      <a:schemeClr val="lt1"/>
    </dgm:linClrLst>
    <dgm:effectClrLst/>
    <dgm:txLinClrLst/>
    <dgm:txFillClrLst/>
    <dgm:txEffectClrLst/>
  </dgm:styleLbl>
  <dgm:styleLbl name="node3">
    <dgm:fillClrLst>
      <a:schemeClr val="accent3"/>
    </dgm:fillClrLst>
    <dgm:linClrLst meth="repeat">
      <a:schemeClr val="lt1"/>
    </dgm:linClrLst>
    <dgm:effectClrLst/>
    <dgm:txLinClrLst/>
    <dgm:txFillClrLst/>
    <dgm:txEffectClrLst/>
  </dgm:styleLbl>
  <dgm:styleLbl name="node4">
    <dgm:fillClrLst>
      <a:schemeClr val="accent4"/>
    </dgm:fillClrLst>
    <dgm:linClrLst meth="repeat">
      <a:schemeClr val="lt1"/>
    </dgm:linClrLst>
    <dgm:effectClrLst/>
    <dgm:txLinClrLst/>
    <dgm:txFillClrLst/>
    <dgm:txEffectClrLst/>
  </dgm:styleLbl>
  <dgm:styleLbl name="fgImgPlace1">
    <dgm:fillClrLst meth="repeat">
      <a:schemeClr val="accent2">
        <a:tint val="50000"/>
      </a:schemeClr>
      <a:schemeClr val="accent3">
        <a:tint val="50000"/>
      </a:schemeClr>
      <a:schemeClr val="accent4">
        <a:tint val="50000"/>
      </a:schemeClr>
      <a:schemeClr val="accent5">
        <a:tint val="50000"/>
      </a:schemeClr>
      <a:schemeClr val="accent6">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1">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1">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2"/>
      <a:schemeClr val="accent3"/>
      <a:schemeClr val="accent4"/>
      <a:schemeClr val="accent5"/>
      <a:schemeClr val="accent6"/>
    </dgm:fillClrLst>
    <dgm:linClrLst meth="cycle">
      <a:schemeClr val="lt1"/>
    </dgm:linClrLst>
    <dgm:effectClrLst/>
    <dgm:txLinClrLst/>
    <dgm:txFillClrLst/>
    <dgm:txEffectClrLst/>
  </dgm:styleLbl>
  <dgm:styleLbl name="f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b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sibTrans1D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meth="repeat">
      <a:schemeClr val="tx1"/>
    </dgm:txFillClrLst>
    <dgm:txEffectClrLst/>
  </dgm:styleLbl>
  <dgm:styleLbl name="callout">
    <dgm:fillClrLst meth="repeat">
      <a:schemeClr val="accent2"/>
    </dgm:fillClrLst>
    <dgm:linClrLst meth="repeat">
      <a:schemeClr val="accent2">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2"/>
    </dgm:fillClrLst>
    <dgm:linClrLst meth="repeat">
      <a:schemeClr val="lt1"/>
    </dgm:linClrLst>
    <dgm:effectClrLst/>
    <dgm:txLinClrLst/>
    <dgm:txFillClrLst/>
    <dgm:txEffectClrLst/>
  </dgm:styleLbl>
  <dgm:styleLbl name="asst2">
    <dgm:fillClrLst>
      <a:schemeClr val="accent3"/>
    </dgm:fillClrLst>
    <dgm:linClrLst meth="repeat">
      <a:schemeClr val="lt1"/>
    </dgm:linClrLst>
    <dgm:effectClrLst/>
    <dgm:txLinClrLst/>
    <dgm:txFillClrLst/>
    <dgm:txEffectClrLst/>
  </dgm:styleLbl>
  <dgm:styleLbl name="asst3">
    <dgm:fillClrLst>
      <a:schemeClr val="accent4"/>
    </dgm:fillClrLst>
    <dgm:linClrLst meth="repeat">
      <a:schemeClr val="lt1"/>
    </dgm:linClrLst>
    <dgm:effectClrLst/>
    <dgm:txLinClrLst/>
    <dgm:txFillClrLst/>
    <dgm:txEffectClrLst/>
  </dgm:styleLbl>
  <dgm:styleLbl name="asst4">
    <dgm:fillClrLst>
      <a:schemeClr val="accent5"/>
    </dgm:fillClrLst>
    <dgm:linClrLst meth="repeat">
      <a:schemeClr val="lt1"/>
    </dgm:linClrLst>
    <dgm:effectClrLst/>
    <dgm:txLinClrLst/>
    <dgm:txFillClrLst/>
    <dgm:txEffectClrLst/>
  </dgm:styleLbl>
  <dgm:styleLbl name="parChTrans2D1">
    <dgm:fillClrLst meth="repeat">
      <a:schemeClr val="accent2"/>
    </dgm:fillClrLst>
    <dgm:linClrLst meth="repeat">
      <a:schemeClr val="lt1"/>
    </dgm:linClrLst>
    <dgm:effectClrLst/>
    <dgm:txLinClrLst/>
    <dgm:txFillClrLst meth="repeat">
      <a:schemeClr val="lt1"/>
    </dgm:txFillClrLst>
    <dgm:txEffectClrLst/>
  </dgm:styleLbl>
  <dgm:styleLbl name="parChTrans2D2">
    <dgm:fillClrLst meth="repeat">
      <a:schemeClr val="accent3"/>
    </dgm:fillClrLst>
    <dgm:linClrLst meth="repeat">
      <a:schemeClr val="lt1"/>
    </dgm:linClrLst>
    <dgm:effectClrLst/>
    <dgm:txLinClrLst/>
    <dgm:txFillClrLst/>
    <dgm:txEffectClrLst/>
  </dgm:styleLbl>
  <dgm:styleLbl name="parChTrans2D3">
    <dgm:fillClrLst meth="repeat">
      <a:schemeClr val="accent4"/>
    </dgm:fillClrLst>
    <dgm:linClrLst meth="repeat">
      <a:schemeClr val="lt1"/>
    </dgm:linClrLst>
    <dgm:effectClrLst/>
    <dgm:txLinClrLst/>
    <dgm:txFillClrLst/>
    <dgm:txEffectClrLst/>
  </dgm:styleLbl>
  <dgm:styleLbl name="parChTrans2D4">
    <dgm:fillClrLst meth="repeat">
      <a:schemeClr val="accent5"/>
    </dgm:fillClrLst>
    <dgm:linClrLst meth="repeat">
      <a:schemeClr val="lt1"/>
    </dgm:linClrLst>
    <dgm:effectClrLst/>
    <dgm:txLinClrLst/>
    <dgm:txFillClrLst meth="repeat">
      <a:schemeClr val="lt1"/>
    </dgm:txFillClrLst>
    <dgm:txEffectClrLst/>
  </dgm:styleLbl>
  <dgm:styleLbl name="parChTrans1D1">
    <dgm:fillClrLst meth="repeat">
      <a:schemeClr val="accent2"/>
    </dgm:fillClrLst>
    <dgm:linClrLst meth="repeat">
      <a:schemeClr val="accent1"/>
    </dgm:linClrLst>
    <dgm:effectClrLst/>
    <dgm:txLinClrLst/>
    <dgm:txFillClrLst meth="repeat">
      <a:schemeClr val="tx1"/>
    </dgm:txFillClrLst>
    <dgm:txEffectClrLst/>
  </dgm:styleLbl>
  <dgm:styleLbl name="parChTrans1D2">
    <dgm:fillClrLst meth="repeat">
      <a:schemeClr val="accent3">
        <a:tint val="90000"/>
      </a:schemeClr>
    </dgm:fillClrLst>
    <dgm:linClrLst meth="repeat">
      <a:schemeClr val="accent2"/>
    </dgm:linClrLst>
    <dgm:effectClrLst/>
    <dgm:txLinClrLst/>
    <dgm:txFillClrLst meth="repeat">
      <a:schemeClr val="tx1"/>
    </dgm:txFillClrLst>
    <dgm:txEffectClrLst/>
  </dgm:styleLbl>
  <dgm:styleLbl name="parChTrans1D3">
    <dgm:fillClrLst meth="repeat">
      <a:schemeClr val="accent4">
        <a:tint val="70000"/>
      </a:schemeClr>
    </dgm:fillClrLst>
    <dgm:linClrLst meth="repeat">
      <a:schemeClr val="accent3"/>
    </dgm:linClrLst>
    <dgm:effectClrLst/>
    <dgm:txLinClrLst/>
    <dgm:txFillClrLst meth="repeat">
      <a:schemeClr val="tx1"/>
    </dgm:txFillClrLst>
    <dgm:txEffectClrLst/>
  </dgm:styleLbl>
  <dgm:styleLbl name="parChTrans1D4">
    <dgm:fillClrLst meth="repeat">
      <a:schemeClr val="accent5">
        <a:tint val="50000"/>
      </a:schemeClr>
    </dgm:fillClrLst>
    <dgm:linClrLst meth="repeat">
      <a:schemeClr val="accent4"/>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F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Align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B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f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align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b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1"/>
    </dgm:linClrLst>
    <dgm:effectClrLst/>
    <dgm:txLinClrLst/>
    <dgm:txFillClrLst meth="repeat">
      <a:schemeClr val="dk1"/>
    </dgm:txFillClrLst>
    <dgm:txEffectClrLst/>
  </dgm:styleLbl>
  <dgm:styleLbl name="fgAcc2">
    <dgm:fillClrLst meth="repeat">
      <a:schemeClr val="lt1">
        <a:alpha val="90000"/>
      </a:schemeClr>
    </dgm:fillClrLst>
    <dgm:linClrLst>
      <a:schemeClr val="accent2"/>
    </dgm:linClrLst>
    <dgm:effectClrLst/>
    <dgm:txLinClrLst/>
    <dgm:txFillClrLst meth="repeat">
      <a:schemeClr val="dk1"/>
    </dgm:txFillClrLst>
    <dgm:txEffectClrLst/>
  </dgm:styleLbl>
  <dgm:styleLbl name="fgAcc3">
    <dgm:fillClrLst meth="repeat">
      <a:schemeClr val="lt1">
        <a:alpha val="90000"/>
      </a:schemeClr>
    </dgm:fillClrLst>
    <dgm:linClrLst>
      <a:schemeClr val="accent3"/>
    </dgm:linClrLst>
    <dgm:effectClrLst/>
    <dgm:txLinClrLst/>
    <dgm:txFillClrLst meth="repeat">
      <a:schemeClr val="dk1"/>
    </dgm:txFillClrLst>
    <dgm:txEffectClrLst/>
  </dgm:styleLbl>
  <dgm:styleLbl name="fgAcc4">
    <dgm:fillClrLst meth="repeat">
      <a:schemeClr val="lt1">
        <a:alpha val="90000"/>
      </a:schemeClr>
    </dgm:fillClrLst>
    <dgm:linClrLst>
      <a:schemeClr val="accent4"/>
    </dgm:linClrLst>
    <dgm:effectClrLst/>
    <dgm:txLinClrLst/>
    <dgm:txFillClrLst meth="repeat">
      <a:schemeClr val="dk1"/>
    </dgm:txFillClrLst>
    <dgm:txEffectClrLst/>
  </dgm:styleLbl>
  <dgm:styleLbl name="bgShp">
    <dgm:fillClrLst meth="repeat">
      <a:schemeClr val="accent2"/>
      <a:schemeClr val="accent3"/>
      <a:schemeClr val="accent4"/>
      <a:schemeClr val="accent5"/>
      <a:schemeClr val="accent6"/>
    </dgm:fillClrLst>
    <dgm:linClrLst meth="repeat">
      <a:schemeClr val="lt1">
        <a:alpha val="0"/>
      </a:schemeClr>
    </dgm:linClrLst>
    <dgm:effectClrLst/>
    <dgm:txLinClrLst/>
    <dgm:txFillClrLst/>
    <dgm:txEffectClrLst/>
  </dgm:styleLbl>
  <dgm:styleLbl name="dkBgShp">
    <dgm:fillClrLst meth="repeat">
      <a:schemeClr val="accent2">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2"/>
    </dgm:linClrLst>
    <dgm:effectClrLst/>
    <dgm:txLinClrLst/>
    <dgm:txFillClrLst meth="repeat">
      <a:schemeClr val="lt1"/>
    </dgm:txFillClrLst>
    <dgm:txEffectClrLst/>
  </dgm:styleLbl>
  <dgm:styleLbl name="fgShp">
    <dgm:fillClrLst meth="repeat">
      <a:schemeClr val="accent2">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bg1"/>
    </dgm:txFillClrLst>
    <dgm:txEffectClrLst/>
  </dgm:styleLbl>
</dgm:colorsDef>
</file>

<file path=ppt/diagrams/data1.xml><?xml version="1.0" encoding="utf-8"?>
<dgm:dataModel xmlns:dgm="http://schemas.openxmlformats.org/drawingml/2006/diagram" xmlns:a="http://schemas.openxmlformats.org/drawingml/2006/main">
  <dgm:ptLst>
    <dgm:pt modelId="{162F69A6-0780-49EA-A6A8-3965C12489B2}" type="doc">
      <dgm:prSet loTypeId="urn:microsoft.com/office/officeart/2018/2/layout/IconVerticalSolidList" loCatId="icon" qsTypeId="urn:microsoft.com/office/officeart/2005/8/quickstyle/simple1" qsCatId="simple" csTypeId="urn:microsoft.com/office/officeart/2018/5/colors/Iconchunking_neutralbg_colorful5" csCatId="colorful" phldr="1"/>
      <dgm:spPr/>
      <dgm:t>
        <a:bodyPr/>
        <a:lstStyle/>
        <a:p>
          <a:endParaRPr lang="en-US"/>
        </a:p>
      </dgm:t>
    </dgm:pt>
    <dgm:pt modelId="{30269CC2-8DD6-4402-82F3-18F164A732FF}">
      <dgm:prSet/>
      <dgm:spPr/>
      <dgm:t>
        <a:bodyPr/>
        <a:lstStyle/>
        <a:p>
          <a:r>
            <a:rPr lang="en-US" dirty="0">
              <a:solidFill>
                <a:schemeClr val="bg1"/>
              </a:solidFill>
            </a:rPr>
            <a:t>Lesson 1</a:t>
          </a:r>
        </a:p>
      </dgm:t>
    </dgm:pt>
    <dgm:pt modelId="{4A8A3B18-A3DE-475C-8BF1-FB4B84DDA43B}" type="parTrans" cxnId="{813C1BD6-5A4A-43F4-8BF7-0645F72381AA}">
      <dgm:prSet/>
      <dgm:spPr/>
      <dgm:t>
        <a:bodyPr/>
        <a:lstStyle/>
        <a:p>
          <a:endParaRPr lang="en-US"/>
        </a:p>
      </dgm:t>
    </dgm:pt>
    <dgm:pt modelId="{2DAA2C1D-14F6-4BCA-B047-0B53ADD46F43}" type="sibTrans" cxnId="{813C1BD6-5A4A-43F4-8BF7-0645F72381AA}">
      <dgm:prSet/>
      <dgm:spPr/>
      <dgm:t>
        <a:bodyPr/>
        <a:lstStyle/>
        <a:p>
          <a:endParaRPr lang="en-US"/>
        </a:p>
      </dgm:t>
    </dgm:pt>
    <dgm:pt modelId="{2B87ECDB-C552-42F6-9B52-6548A18B206B}">
      <dgm:prSet/>
      <dgm:spPr/>
      <dgm:t>
        <a:bodyPr/>
        <a:lstStyle/>
        <a:p>
          <a:r>
            <a:rPr lang="en-US" dirty="0">
              <a:solidFill>
                <a:schemeClr val="bg1"/>
              </a:solidFill>
            </a:rPr>
            <a:t>Lesson 2</a:t>
          </a:r>
        </a:p>
      </dgm:t>
    </dgm:pt>
    <dgm:pt modelId="{0DC560D9-C62C-41BA-8D68-CB78933BFF0C}" type="parTrans" cxnId="{91AFA996-5E3B-401C-B400-E70DBD4A4AB6}">
      <dgm:prSet/>
      <dgm:spPr/>
      <dgm:t>
        <a:bodyPr/>
        <a:lstStyle/>
        <a:p>
          <a:endParaRPr lang="en-US"/>
        </a:p>
      </dgm:t>
    </dgm:pt>
    <dgm:pt modelId="{80EFB54F-1AC8-40D9-981D-4C85160A5799}" type="sibTrans" cxnId="{91AFA996-5E3B-401C-B400-E70DBD4A4AB6}">
      <dgm:prSet/>
      <dgm:spPr/>
      <dgm:t>
        <a:bodyPr/>
        <a:lstStyle/>
        <a:p>
          <a:endParaRPr lang="en-US"/>
        </a:p>
      </dgm:t>
    </dgm:pt>
    <dgm:pt modelId="{419DF63C-9792-4EF5-9125-1EEF4D07C33F}">
      <dgm:prSet/>
      <dgm:spPr/>
      <dgm:t>
        <a:bodyPr/>
        <a:lstStyle/>
        <a:p>
          <a:r>
            <a:rPr lang="en-US" dirty="0">
              <a:solidFill>
                <a:schemeClr val="bg1"/>
              </a:solidFill>
            </a:rPr>
            <a:t>Lesson 3</a:t>
          </a:r>
        </a:p>
      </dgm:t>
    </dgm:pt>
    <dgm:pt modelId="{2B95E8EF-82FE-4F54-970D-D55C9AD8EC00}" type="parTrans" cxnId="{024B121E-3EE5-42C9-97D1-5E0D27C29DC3}">
      <dgm:prSet/>
      <dgm:spPr/>
      <dgm:t>
        <a:bodyPr/>
        <a:lstStyle/>
        <a:p>
          <a:endParaRPr lang="en-US"/>
        </a:p>
      </dgm:t>
    </dgm:pt>
    <dgm:pt modelId="{EA8773AB-BB82-4BF6-944E-80CD2086CE93}" type="sibTrans" cxnId="{024B121E-3EE5-42C9-97D1-5E0D27C29DC3}">
      <dgm:prSet/>
      <dgm:spPr/>
      <dgm:t>
        <a:bodyPr/>
        <a:lstStyle/>
        <a:p>
          <a:endParaRPr lang="en-US"/>
        </a:p>
      </dgm:t>
    </dgm:pt>
    <dgm:pt modelId="{1B1E513F-BEB7-483A-8F12-A8210AEF19E9}">
      <dgm:prSet/>
      <dgm:spPr/>
      <dgm:t>
        <a:bodyPr/>
        <a:lstStyle/>
        <a:p>
          <a:r>
            <a:rPr lang="en-US" dirty="0">
              <a:solidFill>
                <a:schemeClr val="bg1"/>
              </a:solidFill>
            </a:rPr>
            <a:t>Lesson 4</a:t>
          </a:r>
        </a:p>
      </dgm:t>
    </dgm:pt>
    <dgm:pt modelId="{DB284026-3063-4705-B72C-ADE04469BE6D}" type="parTrans" cxnId="{9CD469EF-CF99-411A-B4B3-5B2C59AF684C}">
      <dgm:prSet/>
      <dgm:spPr/>
      <dgm:t>
        <a:bodyPr/>
        <a:lstStyle/>
        <a:p>
          <a:endParaRPr lang="en-US"/>
        </a:p>
      </dgm:t>
    </dgm:pt>
    <dgm:pt modelId="{D99C9B80-BA48-46B7-8B67-372E2AFD9E86}" type="sibTrans" cxnId="{9CD469EF-CF99-411A-B4B3-5B2C59AF684C}">
      <dgm:prSet/>
      <dgm:spPr/>
      <dgm:t>
        <a:bodyPr/>
        <a:lstStyle/>
        <a:p>
          <a:endParaRPr lang="en-US"/>
        </a:p>
      </dgm:t>
    </dgm:pt>
    <dgm:pt modelId="{F4A56385-3827-49D1-B533-953BA75136B7}">
      <dgm:prSet/>
      <dgm:spPr/>
      <dgm:t>
        <a:bodyPr/>
        <a:lstStyle/>
        <a:p>
          <a:r>
            <a:rPr lang="en-US" dirty="0">
              <a:solidFill>
                <a:schemeClr val="bg1"/>
              </a:solidFill>
            </a:rPr>
            <a:t>Lesson 5</a:t>
          </a:r>
        </a:p>
      </dgm:t>
    </dgm:pt>
    <dgm:pt modelId="{5C6E35C5-B6D6-42D4-9FF2-63E3FEC1E45F}" type="parTrans" cxnId="{D572C096-14C8-487B-ABCD-6354192B80BA}">
      <dgm:prSet/>
      <dgm:spPr/>
      <dgm:t>
        <a:bodyPr/>
        <a:lstStyle/>
        <a:p>
          <a:endParaRPr lang="en-US"/>
        </a:p>
      </dgm:t>
    </dgm:pt>
    <dgm:pt modelId="{E866DA3A-B427-429E-A892-4812B432ED79}" type="sibTrans" cxnId="{D572C096-14C8-487B-ABCD-6354192B80BA}">
      <dgm:prSet/>
      <dgm:spPr/>
      <dgm:t>
        <a:bodyPr/>
        <a:lstStyle/>
        <a:p>
          <a:endParaRPr lang="en-US"/>
        </a:p>
      </dgm:t>
    </dgm:pt>
    <dgm:pt modelId="{05261D3E-3CC7-4C85-9E09-D67FC777908C}" type="pres">
      <dgm:prSet presAssocID="{162F69A6-0780-49EA-A6A8-3965C12489B2}" presName="root" presStyleCnt="0">
        <dgm:presLayoutVars>
          <dgm:dir/>
          <dgm:resizeHandles val="exact"/>
        </dgm:presLayoutVars>
      </dgm:prSet>
      <dgm:spPr/>
    </dgm:pt>
    <dgm:pt modelId="{25C6FE9B-AED9-47D9-807F-76A517615FC1}" type="pres">
      <dgm:prSet presAssocID="{30269CC2-8DD6-4402-82F3-18F164A732FF}" presName="compNode" presStyleCnt="0"/>
      <dgm:spPr/>
    </dgm:pt>
    <dgm:pt modelId="{99698387-9DF3-4127-A7DE-FCE3F05A3470}" type="pres">
      <dgm:prSet presAssocID="{30269CC2-8DD6-4402-82F3-18F164A732FF}" presName="bgRect" presStyleLbl="bgShp" presStyleIdx="0" presStyleCnt="5"/>
      <dgm:spPr>
        <a:prstGeom prst="rect">
          <a:avLst/>
        </a:prstGeom>
        <a:gradFill rotWithShape="0">
          <a:gsLst>
            <a:gs pos="0">
              <a:schemeClr val="tx1">
                <a:lumMod val="75000"/>
                <a:lumOff val="25000"/>
              </a:schemeClr>
            </a:gs>
            <a:gs pos="15929">
              <a:schemeClr val="tx1">
                <a:lumMod val="85000"/>
                <a:lumOff val="15000"/>
              </a:schemeClr>
            </a:gs>
            <a:gs pos="97000">
              <a:schemeClr val="tx1">
                <a:lumMod val="85000"/>
                <a:lumOff val="15000"/>
              </a:schemeClr>
            </a:gs>
            <a:gs pos="100000">
              <a:schemeClr val="accent2">
                <a:lumMod val="75000"/>
              </a:schemeClr>
            </a:gs>
          </a:gsLst>
          <a:lin ang="10800000" scaled="0"/>
        </a:gradFill>
      </dgm:spPr>
    </dgm:pt>
    <dgm:pt modelId="{B52E1101-E263-4511-8D8F-5A215C912C41}" type="pres">
      <dgm:prSet presAssocID="{30269CC2-8DD6-4402-82F3-18F164A732FF}" presName="iconRect" presStyleLbl="node1" presStyleIdx="0" presStyleCnt="5"/>
      <dgm:spPr>
        <a:blipFill>
          <a:blip xmlns:r="http://schemas.openxmlformats.org/officeDocument/2006/relationships" r:embed="rId1" cstate="screen">
            <a:extLst>
              <a:ext uri="{28A0092B-C50C-407E-A947-70E740481C1C}">
                <a14:useLocalDpi xmlns:a14="http://schemas.microsoft.com/office/drawing/2010/main"/>
              </a:ext>
              <a:ext uri="{96DAC541-7B7A-43D3-8B79-37D633B846F1}">
                <asvg:svgBlip xmlns:asvg="http://schemas.microsoft.com/office/drawing/2016/SVG/main" r:embed="rId2"/>
              </a:ext>
            </a:extLst>
          </a:blip>
          <a:stretch>
            <a:fillRect/>
          </a:stretch>
        </a:blipFill>
        <a:ln>
          <a:noFill/>
        </a:ln>
      </dgm:spPr>
      <dgm:extLst>
        <a:ext uri="{E40237B7-FDA0-4F09-8148-C483321AD2D9}">
          <dgm14:cNvPr xmlns:dgm14="http://schemas.microsoft.com/office/drawing/2010/diagram" id="0" name="" descr="Ferry"/>
        </a:ext>
      </dgm:extLst>
    </dgm:pt>
    <dgm:pt modelId="{18EFBBAF-BD9F-4030-B8A4-57CCEB350921}" type="pres">
      <dgm:prSet presAssocID="{30269CC2-8DD6-4402-82F3-18F164A732FF}" presName="spaceRect" presStyleCnt="0"/>
      <dgm:spPr/>
    </dgm:pt>
    <dgm:pt modelId="{F113ED77-1650-49A8-987A-A13C2A50CEA5}" type="pres">
      <dgm:prSet presAssocID="{30269CC2-8DD6-4402-82F3-18F164A732FF}" presName="parTx" presStyleLbl="revTx" presStyleIdx="0" presStyleCnt="5">
        <dgm:presLayoutVars>
          <dgm:chMax val="0"/>
          <dgm:chPref val="0"/>
        </dgm:presLayoutVars>
      </dgm:prSet>
      <dgm:spPr/>
    </dgm:pt>
    <dgm:pt modelId="{084D1940-F8FF-48AA-A0CA-908C7645C951}" type="pres">
      <dgm:prSet presAssocID="{2DAA2C1D-14F6-4BCA-B047-0B53ADD46F43}" presName="sibTrans" presStyleCnt="0"/>
      <dgm:spPr/>
    </dgm:pt>
    <dgm:pt modelId="{922A9066-91F0-4494-8CF8-01F8511B6028}" type="pres">
      <dgm:prSet presAssocID="{2B87ECDB-C552-42F6-9B52-6548A18B206B}" presName="compNode" presStyleCnt="0"/>
      <dgm:spPr/>
    </dgm:pt>
    <dgm:pt modelId="{FA3369E0-5B38-4FDD-A9F5-22B9810A03F7}" type="pres">
      <dgm:prSet presAssocID="{2B87ECDB-C552-42F6-9B52-6548A18B206B}" presName="bgRect" presStyleLbl="bgShp" presStyleIdx="1" presStyleCnt="5"/>
      <dgm:spPr>
        <a:xfrm>
          <a:off x="0" y="1249576"/>
          <a:ext cx="6791323" cy="995920"/>
        </a:xfrm>
        <a:prstGeom prst="rect">
          <a:avLst/>
        </a:prstGeom>
        <a:gradFill rotWithShape="0">
          <a:gsLst>
            <a:gs pos="0">
              <a:srgbClr val="000000">
                <a:lumMod val="75000"/>
                <a:lumOff val="25000"/>
              </a:srgbClr>
            </a:gs>
            <a:gs pos="15929">
              <a:srgbClr val="000000">
                <a:lumMod val="85000"/>
                <a:lumOff val="15000"/>
              </a:srgbClr>
            </a:gs>
            <a:gs pos="97000">
              <a:srgbClr val="000000">
                <a:lumMod val="85000"/>
                <a:lumOff val="15000"/>
              </a:srgbClr>
            </a:gs>
            <a:gs pos="100000">
              <a:srgbClr val="17B2D1">
                <a:lumMod val="75000"/>
              </a:srgbClr>
            </a:gs>
          </a:gsLst>
          <a:lin ang="10800000" scaled="0"/>
        </a:gradFill>
        <a:ln>
          <a:noFill/>
        </a:ln>
        <a:effectLst/>
      </dgm:spPr>
    </dgm:pt>
    <dgm:pt modelId="{FADE9C4E-BFE3-4374-BE2C-676ED238ACF2}" type="pres">
      <dgm:prSet presAssocID="{2B87ECDB-C552-42F6-9B52-6548A18B206B}" presName="iconRect" presStyleLbl="node1" presStyleIdx="1" presStyleCnt="5"/>
      <dgm:spPr>
        <a:blipFill>
          <a:blip xmlns:r="http://schemas.openxmlformats.org/officeDocument/2006/relationships" r:embed="rId3" cstate="screen">
            <a:extLst>
              <a:ext uri="{28A0092B-C50C-407E-A947-70E740481C1C}">
                <a14:useLocalDpi xmlns:a14="http://schemas.microsoft.com/office/drawing/2010/main"/>
              </a:ext>
              <a:ext uri="{96DAC541-7B7A-43D3-8B79-37D633B846F1}">
                <asvg:svgBlip xmlns:asvg="http://schemas.microsoft.com/office/drawing/2016/SVG/main" r:embed="rId4"/>
              </a:ext>
            </a:extLst>
          </a:blip>
          <a:stretch>
            <a:fillRect/>
          </a:stretch>
        </a:blipFill>
        <a:ln>
          <a:noFill/>
        </a:ln>
      </dgm:spPr>
      <dgm:extLst>
        <a:ext uri="{E40237B7-FDA0-4F09-8148-C483321AD2D9}">
          <dgm14:cNvPr xmlns:dgm14="http://schemas.microsoft.com/office/drawing/2010/diagram" id="0" name="" descr="Education"/>
        </a:ext>
      </dgm:extLst>
    </dgm:pt>
    <dgm:pt modelId="{7000F0F2-143F-4CAE-BA6B-E9C401E5437A}" type="pres">
      <dgm:prSet presAssocID="{2B87ECDB-C552-42F6-9B52-6548A18B206B}" presName="spaceRect" presStyleCnt="0"/>
      <dgm:spPr/>
    </dgm:pt>
    <dgm:pt modelId="{AC018808-9CEA-4C61-8875-3E922AA167D7}" type="pres">
      <dgm:prSet presAssocID="{2B87ECDB-C552-42F6-9B52-6548A18B206B}" presName="parTx" presStyleLbl="revTx" presStyleIdx="1" presStyleCnt="5">
        <dgm:presLayoutVars>
          <dgm:chMax val="0"/>
          <dgm:chPref val="0"/>
        </dgm:presLayoutVars>
      </dgm:prSet>
      <dgm:spPr/>
    </dgm:pt>
    <dgm:pt modelId="{CE46B6BD-FA9F-4C65-8E75-D8C24C71657B}" type="pres">
      <dgm:prSet presAssocID="{80EFB54F-1AC8-40D9-981D-4C85160A5799}" presName="sibTrans" presStyleCnt="0"/>
      <dgm:spPr/>
    </dgm:pt>
    <dgm:pt modelId="{B12160B6-4EC8-4B4D-A1B2-F7F5F2795F75}" type="pres">
      <dgm:prSet presAssocID="{419DF63C-9792-4EF5-9125-1EEF4D07C33F}" presName="compNode" presStyleCnt="0"/>
      <dgm:spPr/>
    </dgm:pt>
    <dgm:pt modelId="{DB8ABDAA-976A-4A84-A3C3-277080E19DCA}" type="pres">
      <dgm:prSet presAssocID="{419DF63C-9792-4EF5-9125-1EEF4D07C33F}" presName="bgRect" presStyleLbl="bgShp" presStyleIdx="2" presStyleCnt="5"/>
      <dgm:spPr>
        <a:xfrm>
          <a:off x="0" y="2494477"/>
          <a:ext cx="6791323" cy="995920"/>
        </a:xfrm>
        <a:prstGeom prst="rect">
          <a:avLst/>
        </a:prstGeom>
        <a:gradFill rotWithShape="0">
          <a:gsLst>
            <a:gs pos="0">
              <a:srgbClr val="000000">
                <a:lumMod val="75000"/>
                <a:lumOff val="25000"/>
              </a:srgbClr>
            </a:gs>
            <a:gs pos="15929">
              <a:srgbClr val="000000">
                <a:lumMod val="85000"/>
                <a:lumOff val="15000"/>
              </a:srgbClr>
            </a:gs>
            <a:gs pos="97000">
              <a:srgbClr val="000000">
                <a:lumMod val="85000"/>
                <a:lumOff val="15000"/>
              </a:srgbClr>
            </a:gs>
            <a:gs pos="100000">
              <a:srgbClr val="17B2D1">
                <a:lumMod val="75000"/>
              </a:srgbClr>
            </a:gs>
          </a:gsLst>
          <a:lin ang="10800000" scaled="0"/>
        </a:gradFill>
        <a:ln>
          <a:noFill/>
        </a:ln>
        <a:effectLst/>
      </dgm:spPr>
    </dgm:pt>
    <dgm:pt modelId="{D335376E-740A-4A47-BC5B-3381DE731CE0}" type="pres">
      <dgm:prSet presAssocID="{419DF63C-9792-4EF5-9125-1EEF4D07C33F}" presName="iconRect" presStyleLbl="node1" presStyleIdx="2" presStyleCnt="5"/>
      <dgm:spPr>
        <a:blipFill>
          <a:blip xmlns:r="http://schemas.openxmlformats.org/officeDocument/2006/relationships" r:embed="rId5" cstate="screen">
            <a:extLst>
              <a:ext uri="{28A0092B-C50C-407E-A947-70E740481C1C}">
                <a14:useLocalDpi xmlns:a14="http://schemas.microsoft.com/office/drawing/2010/main"/>
              </a:ext>
              <a:ext uri="{96DAC541-7B7A-43D3-8B79-37D633B846F1}">
                <asvg:svgBlip xmlns:asvg="http://schemas.microsoft.com/office/drawing/2016/SVG/main" r:embed="rId6"/>
              </a:ext>
            </a:extLst>
          </a:blip>
          <a:stretch>
            <a:fillRect/>
          </a:stretch>
        </a:blipFill>
        <a:ln>
          <a:noFill/>
        </a:ln>
      </dgm:spPr>
      <dgm:extLst>
        <a:ext uri="{E40237B7-FDA0-4F09-8148-C483321AD2D9}">
          <dgm14:cNvPr xmlns:dgm14="http://schemas.microsoft.com/office/drawing/2010/diagram" id="0" name="" descr="OpenEnrollment"/>
        </a:ext>
      </dgm:extLst>
    </dgm:pt>
    <dgm:pt modelId="{BCDE90E0-E45B-4C79-BE60-A53702208276}" type="pres">
      <dgm:prSet presAssocID="{419DF63C-9792-4EF5-9125-1EEF4D07C33F}" presName="spaceRect" presStyleCnt="0"/>
      <dgm:spPr/>
    </dgm:pt>
    <dgm:pt modelId="{8409F791-340A-4625-9294-3E680D66DB63}" type="pres">
      <dgm:prSet presAssocID="{419DF63C-9792-4EF5-9125-1EEF4D07C33F}" presName="parTx" presStyleLbl="revTx" presStyleIdx="2" presStyleCnt="5">
        <dgm:presLayoutVars>
          <dgm:chMax val="0"/>
          <dgm:chPref val="0"/>
        </dgm:presLayoutVars>
      </dgm:prSet>
      <dgm:spPr/>
    </dgm:pt>
    <dgm:pt modelId="{D4892BA4-47FA-499C-84FA-3A971E9AFE41}" type="pres">
      <dgm:prSet presAssocID="{EA8773AB-BB82-4BF6-944E-80CD2086CE93}" presName="sibTrans" presStyleCnt="0"/>
      <dgm:spPr/>
    </dgm:pt>
    <dgm:pt modelId="{390D1410-0CB7-44D5-903C-C35615DE86E1}" type="pres">
      <dgm:prSet presAssocID="{1B1E513F-BEB7-483A-8F12-A8210AEF19E9}" presName="compNode" presStyleCnt="0"/>
      <dgm:spPr/>
    </dgm:pt>
    <dgm:pt modelId="{C2FCE80A-DCA0-4D7F-8F72-19CB2337E588}" type="pres">
      <dgm:prSet presAssocID="{1B1E513F-BEB7-483A-8F12-A8210AEF19E9}" presName="bgRect" presStyleLbl="bgShp" presStyleIdx="3" presStyleCnt="5"/>
      <dgm:spPr>
        <a:xfrm>
          <a:off x="0" y="3739377"/>
          <a:ext cx="6791323" cy="995920"/>
        </a:xfrm>
        <a:prstGeom prst="rect">
          <a:avLst/>
        </a:prstGeom>
        <a:gradFill rotWithShape="0">
          <a:gsLst>
            <a:gs pos="0">
              <a:srgbClr val="000000">
                <a:lumMod val="75000"/>
                <a:lumOff val="25000"/>
              </a:srgbClr>
            </a:gs>
            <a:gs pos="15929">
              <a:srgbClr val="000000">
                <a:lumMod val="85000"/>
                <a:lumOff val="15000"/>
              </a:srgbClr>
            </a:gs>
            <a:gs pos="97000">
              <a:srgbClr val="000000">
                <a:lumMod val="85000"/>
                <a:lumOff val="15000"/>
              </a:srgbClr>
            </a:gs>
            <a:gs pos="100000">
              <a:srgbClr val="17B2D1">
                <a:lumMod val="75000"/>
              </a:srgbClr>
            </a:gs>
          </a:gsLst>
          <a:lin ang="10800000" scaled="0"/>
        </a:gradFill>
        <a:ln>
          <a:noFill/>
        </a:ln>
        <a:effectLst/>
      </dgm:spPr>
    </dgm:pt>
    <dgm:pt modelId="{1B0B9210-632F-4BB5-B140-1FA20D3CF123}" type="pres">
      <dgm:prSet presAssocID="{1B1E513F-BEB7-483A-8F12-A8210AEF19E9}" presName="iconRect" presStyleLbl="node1" presStyleIdx="3" presStyleCnt="5"/>
      <dgm:spPr>
        <a:blipFill>
          <a:blip xmlns:r="http://schemas.openxmlformats.org/officeDocument/2006/relationships" r:embed="rId7" cstate="screen">
            <a:extLst>
              <a:ext uri="{28A0092B-C50C-407E-A947-70E740481C1C}">
                <a14:useLocalDpi xmlns:a14="http://schemas.microsoft.com/office/drawing/2010/main"/>
              </a:ext>
              <a:ext uri="{96DAC541-7B7A-43D3-8B79-37D633B846F1}">
                <asvg:svgBlip xmlns:asvg="http://schemas.microsoft.com/office/drawing/2016/SVG/main" r:embed="rId8"/>
              </a:ext>
            </a:extLst>
          </a:blip>
          <a:stretch>
            <a:fillRect/>
          </a:stretch>
        </a:blipFill>
        <a:ln>
          <a:noFill/>
        </a:ln>
      </dgm:spPr>
      <dgm:extLst>
        <a:ext uri="{E40237B7-FDA0-4F09-8148-C483321AD2D9}">
          <dgm14:cNvPr xmlns:dgm14="http://schemas.microsoft.com/office/drawing/2010/diagram" id="0" name="" descr="FaxOutline"/>
        </a:ext>
      </dgm:extLst>
    </dgm:pt>
    <dgm:pt modelId="{E9B85894-F3EF-4216-9DD4-962DCF409217}" type="pres">
      <dgm:prSet presAssocID="{1B1E513F-BEB7-483A-8F12-A8210AEF19E9}" presName="spaceRect" presStyleCnt="0"/>
      <dgm:spPr/>
    </dgm:pt>
    <dgm:pt modelId="{3CBA7321-E2AC-48FD-B351-CE3C9A4CE924}" type="pres">
      <dgm:prSet presAssocID="{1B1E513F-BEB7-483A-8F12-A8210AEF19E9}" presName="parTx" presStyleLbl="revTx" presStyleIdx="3" presStyleCnt="5">
        <dgm:presLayoutVars>
          <dgm:chMax val="0"/>
          <dgm:chPref val="0"/>
        </dgm:presLayoutVars>
      </dgm:prSet>
      <dgm:spPr/>
    </dgm:pt>
    <dgm:pt modelId="{5E25F319-BBA5-4820-B2FC-14F8D56BF078}" type="pres">
      <dgm:prSet presAssocID="{D99C9B80-BA48-46B7-8B67-372E2AFD9E86}" presName="sibTrans" presStyleCnt="0"/>
      <dgm:spPr/>
    </dgm:pt>
    <dgm:pt modelId="{A9DA4473-F7AD-4D05-A89E-4317469C9CAC}" type="pres">
      <dgm:prSet presAssocID="{F4A56385-3827-49D1-B533-953BA75136B7}" presName="compNode" presStyleCnt="0"/>
      <dgm:spPr/>
    </dgm:pt>
    <dgm:pt modelId="{343A76ED-9DD6-4B0A-830E-16ED952B3D06}" type="pres">
      <dgm:prSet presAssocID="{F4A56385-3827-49D1-B533-953BA75136B7}" presName="bgRect" presStyleLbl="bgShp" presStyleIdx="4" presStyleCnt="5"/>
      <dgm:spPr>
        <a:xfrm>
          <a:off x="0" y="4984278"/>
          <a:ext cx="6791323" cy="995920"/>
        </a:xfrm>
        <a:prstGeom prst="rect">
          <a:avLst/>
        </a:prstGeom>
        <a:gradFill rotWithShape="0">
          <a:gsLst>
            <a:gs pos="0">
              <a:srgbClr val="000000">
                <a:lumMod val="75000"/>
                <a:lumOff val="25000"/>
              </a:srgbClr>
            </a:gs>
            <a:gs pos="15929">
              <a:srgbClr val="000000">
                <a:lumMod val="85000"/>
                <a:lumOff val="15000"/>
              </a:srgbClr>
            </a:gs>
            <a:gs pos="97000">
              <a:srgbClr val="000000">
                <a:lumMod val="85000"/>
                <a:lumOff val="15000"/>
              </a:srgbClr>
            </a:gs>
            <a:gs pos="100000">
              <a:srgbClr val="17B2D1">
                <a:lumMod val="75000"/>
              </a:srgbClr>
            </a:gs>
          </a:gsLst>
          <a:lin ang="10800000" scaled="0"/>
        </a:gradFill>
        <a:ln>
          <a:noFill/>
        </a:ln>
        <a:effectLst/>
      </dgm:spPr>
    </dgm:pt>
    <dgm:pt modelId="{C21BED67-1F13-4312-815B-B5C34DAA27F9}" type="pres">
      <dgm:prSet presAssocID="{F4A56385-3827-49D1-B533-953BA75136B7}" presName="iconRect" presStyleLbl="node1" presStyleIdx="4" presStyleCnt="5"/>
      <dgm:spPr>
        <a:blipFill>
          <a:blip xmlns:r="http://schemas.openxmlformats.org/officeDocument/2006/relationships" r:embed="rId9" cstate="screen">
            <a:extLst>
              <a:ext uri="{28A0092B-C50C-407E-A947-70E740481C1C}">
                <a14:useLocalDpi xmlns:a14="http://schemas.microsoft.com/office/drawing/2010/main"/>
              </a:ext>
              <a:ext uri="{96DAC541-7B7A-43D3-8B79-37D633B846F1}">
                <asvg:svgBlip xmlns:asvg="http://schemas.microsoft.com/office/drawing/2016/SVG/main" r:embed="rId10"/>
              </a:ext>
            </a:extLst>
          </a:blip>
          <a:stretch>
            <a:fillRect/>
          </a:stretch>
        </a:blipFill>
        <a:ln>
          <a:noFill/>
        </a:ln>
      </dgm:spPr>
      <dgm:extLst>
        <a:ext uri="{E40237B7-FDA0-4F09-8148-C483321AD2D9}">
          <dgm14:cNvPr xmlns:dgm14="http://schemas.microsoft.com/office/drawing/2010/diagram" id="0" name="" descr="Footer"/>
        </a:ext>
      </dgm:extLst>
    </dgm:pt>
    <dgm:pt modelId="{8854FDB6-04FD-4DEB-9AB6-DDB7E532A353}" type="pres">
      <dgm:prSet presAssocID="{F4A56385-3827-49D1-B533-953BA75136B7}" presName="spaceRect" presStyleCnt="0"/>
      <dgm:spPr/>
    </dgm:pt>
    <dgm:pt modelId="{9260EF14-C09B-4543-88B7-7F45704CBA36}" type="pres">
      <dgm:prSet presAssocID="{F4A56385-3827-49D1-B533-953BA75136B7}" presName="parTx" presStyleLbl="revTx" presStyleIdx="4" presStyleCnt="5">
        <dgm:presLayoutVars>
          <dgm:chMax val="0"/>
          <dgm:chPref val="0"/>
        </dgm:presLayoutVars>
      </dgm:prSet>
      <dgm:spPr/>
    </dgm:pt>
  </dgm:ptLst>
  <dgm:cxnLst>
    <dgm:cxn modelId="{024B121E-3EE5-42C9-97D1-5E0D27C29DC3}" srcId="{162F69A6-0780-49EA-A6A8-3965C12489B2}" destId="{419DF63C-9792-4EF5-9125-1EEF4D07C33F}" srcOrd="2" destOrd="0" parTransId="{2B95E8EF-82FE-4F54-970D-D55C9AD8EC00}" sibTransId="{EA8773AB-BB82-4BF6-944E-80CD2086CE93}"/>
    <dgm:cxn modelId="{D7E7903A-483E-4876-8C77-EEB10661B95B}" type="presOf" srcId="{1B1E513F-BEB7-483A-8F12-A8210AEF19E9}" destId="{3CBA7321-E2AC-48FD-B351-CE3C9A4CE924}" srcOrd="0" destOrd="0" presId="urn:microsoft.com/office/officeart/2018/2/layout/IconVerticalSolidList"/>
    <dgm:cxn modelId="{C9B7BD43-67DC-4CD4-86B0-92B8BFA59068}" type="presOf" srcId="{2B87ECDB-C552-42F6-9B52-6548A18B206B}" destId="{AC018808-9CEA-4C61-8875-3E922AA167D7}" srcOrd="0" destOrd="0" presId="urn:microsoft.com/office/officeart/2018/2/layout/IconVerticalSolidList"/>
    <dgm:cxn modelId="{92648A4D-7D0D-48F5-96E4-BF8EC541B3A9}" type="presOf" srcId="{419DF63C-9792-4EF5-9125-1EEF4D07C33F}" destId="{8409F791-340A-4625-9294-3E680D66DB63}" srcOrd="0" destOrd="0" presId="urn:microsoft.com/office/officeart/2018/2/layout/IconVerticalSolidList"/>
    <dgm:cxn modelId="{DF18896F-7F42-4500-8AD0-6181E8694E28}" type="presOf" srcId="{F4A56385-3827-49D1-B533-953BA75136B7}" destId="{9260EF14-C09B-4543-88B7-7F45704CBA36}" srcOrd="0" destOrd="0" presId="urn:microsoft.com/office/officeart/2018/2/layout/IconVerticalSolidList"/>
    <dgm:cxn modelId="{91AFA996-5E3B-401C-B400-E70DBD4A4AB6}" srcId="{162F69A6-0780-49EA-A6A8-3965C12489B2}" destId="{2B87ECDB-C552-42F6-9B52-6548A18B206B}" srcOrd="1" destOrd="0" parTransId="{0DC560D9-C62C-41BA-8D68-CB78933BFF0C}" sibTransId="{80EFB54F-1AC8-40D9-981D-4C85160A5799}"/>
    <dgm:cxn modelId="{D572C096-14C8-487B-ABCD-6354192B80BA}" srcId="{162F69A6-0780-49EA-A6A8-3965C12489B2}" destId="{F4A56385-3827-49D1-B533-953BA75136B7}" srcOrd="4" destOrd="0" parTransId="{5C6E35C5-B6D6-42D4-9FF2-63E3FEC1E45F}" sibTransId="{E866DA3A-B427-429E-A892-4812B432ED79}"/>
    <dgm:cxn modelId="{813C1BD6-5A4A-43F4-8BF7-0645F72381AA}" srcId="{162F69A6-0780-49EA-A6A8-3965C12489B2}" destId="{30269CC2-8DD6-4402-82F3-18F164A732FF}" srcOrd="0" destOrd="0" parTransId="{4A8A3B18-A3DE-475C-8BF1-FB4B84DDA43B}" sibTransId="{2DAA2C1D-14F6-4BCA-B047-0B53ADD46F43}"/>
    <dgm:cxn modelId="{7F77D1ED-2343-4635-9FDF-CF5C9D2B3315}" type="presOf" srcId="{162F69A6-0780-49EA-A6A8-3965C12489B2}" destId="{05261D3E-3CC7-4C85-9E09-D67FC777908C}" srcOrd="0" destOrd="0" presId="urn:microsoft.com/office/officeart/2018/2/layout/IconVerticalSolidList"/>
    <dgm:cxn modelId="{9CD469EF-CF99-411A-B4B3-5B2C59AF684C}" srcId="{162F69A6-0780-49EA-A6A8-3965C12489B2}" destId="{1B1E513F-BEB7-483A-8F12-A8210AEF19E9}" srcOrd="3" destOrd="0" parTransId="{DB284026-3063-4705-B72C-ADE04469BE6D}" sibTransId="{D99C9B80-BA48-46B7-8B67-372E2AFD9E86}"/>
    <dgm:cxn modelId="{175EB5FF-CD0E-4495-8FA8-F19D1233730A}" type="presOf" srcId="{30269CC2-8DD6-4402-82F3-18F164A732FF}" destId="{F113ED77-1650-49A8-987A-A13C2A50CEA5}" srcOrd="0" destOrd="0" presId="urn:microsoft.com/office/officeart/2018/2/layout/IconVerticalSolidList"/>
    <dgm:cxn modelId="{B6784D09-C55E-4568-A257-9A4C076E72A2}" type="presParOf" srcId="{05261D3E-3CC7-4C85-9E09-D67FC777908C}" destId="{25C6FE9B-AED9-47D9-807F-76A517615FC1}" srcOrd="0" destOrd="0" presId="urn:microsoft.com/office/officeart/2018/2/layout/IconVerticalSolidList"/>
    <dgm:cxn modelId="{918FF3CA-876D-40FA-841A-AB5A28A77ED2}" type="presParOf" srcId="{25C6FE9B-AED9-47D9-807F-76A517615FC1}" destId="{99698387-9DF3-4127-A7DE-FCE3F05A3470}" srcOrd="0" destOrd="0" presId="urn:microsoft.com/office/officeart/2018/2/layout/IconVerticalSolidList"/>
    <dgm:cxn modelId="{9E8C0B32-A7B3-460A-83CF-493652F6403A}" type="presParOf" srcId="{25C6FE9B-AED9-47D9-807F-76A517615FC1}" destId="{B52E1101-E263-4511-8D8F-5A215C912C41}" srcOrd="1" destOrd="0" presId="urn:microsoft.com/office/officeart/2018/2/layout/IconVerticalSolidList"/>
    <dgm:cxn modelId="{BF3562AE-51B6-4827-AC2A-02A6C7EE6F5E}" type="presParOf" srcId="{25C6FE9B-AED9-47D9-807F-76A517615FC1}" destId="{18EFBBAF-BD9F-4030-B8A4-57CCEB350921}" srcOrd="2" destOrd="0" presId="urn:microsoft.com/office/officeart/2018/2/layout/IconVerticalSolidList"/>
    <dgm:cxn modelId="{04E3ADEA-CCED-42DB-834F-C02041D4F81B}" type="presParOf" srcId="{25C6FE9B-AED9-47D9-807F-76A517615FC1}" destId="{F113ED77-1650-49A8-987A-A13C2A50CEA5}" srcOrd="3" destOrd="0" presId="urn:microsoft.com/office/officeart/2018/2/layout/IconVerticalSolidList"/>
    <dgm:cxn modelId="{F6438E6C-D016-4A64-9005-13CAA2685ADD}" type="presParOf" srcId="{05261D3E-3CC7-4C85-9E09-D67FC777908C}" destId="{084D1940-F8FF-48AA-A0CA-908C7645C951}" srcOrd="1" destOrd="0" presId="urn:microsoft.com/office/officeart/2018/2/layout/IconVerticalSolidList"/>
    <dgm:cxn modelId="{CEB88A46-381C-4FB3-B5C2-36F0205865FC}" type="presParOf" srcId="{05261D3E-3CC7-4C85-9E09-D67FC777908C}" destId="{922A9066-91F0-4494-8CF8-01F8511B6028}" srcOrd="2" destOrd="0" presId="urn:microsoft.com/office/officeart/2018/2/layout/IconVerticalSolidList"/>
    <dgm:cxn modelId="{D1B45BFC-BE7D-41A5-ACF1-DDC855C4E453}" type="presParOf" srcId="{922A9066-91F0-4494-8CF8-01F8511B6028}" destId="{FA3369E0-5B38-4FDD-A9F5-22B9810A03F7}" srcOrd="0" destOrd="0" presId="urn:microsoft.com/office/officeart/2018/2/layout/IconVerticalSolidList"/>
    <dgm:cxn modelId="{4643A976-3E27-4CAA-B7FC-B0B83CAF8B1F}" type="presParOf" srcId="{922A9066-91F0-4494-8CF8-01F8511B6028}" destId="{FADE9C4E-BFE3-4374-BE2C-676ED238ACF2}" srcOrd="1" destOrd="0" presId="urn:microsoft.com/office/officeart/2018/2/layout/IconVerticalSolidList"/>
    <dgm:cxn modelId="{D766C06F-7B8D-459C-9FB9-C58229C29760}" type="presParOf" srcId="{922A9066-91F0-4494-8CF8-01F8511B6028}" destId="{7000F0F2-143F-4CAE-BA6B-E9C401E5437A}" srcOrd="2" destOrd="0" presId="urn:microsoft.com/office/officeart/2018/2/layout/IconVerticalSolidList"/>
    <dgm:cxn modelId="{150742EF-413B-4B94-8C6E-7E0DC782FB81}" type="presParOf" srcId="{922A9066-91F0-4494-8CF8-01F8511B6028}" destId="{AC018808-9CEA-4C61-8875-3E922AA167D7}" srcOrd="3" destOrd="0" presId="urn:microsoft.com/office/officeart/2018/2/layout/IconVerticalSolidList"/>
    <dgm:cxn modelId="{8C73B2A2-55AA-4BE8-A101-760B33AD8140}" type="presParOf" srcId="{05261D3E-3CC7-4C85-9E09-D67FC777908C}" destId="{CE46B6BD-FA9F-4C65-8E75-D8C24C71657B}" srcOrd="3" destOrd="0" presId="urn:microsoft.com/office/officeart/2018/2/layout/IconVerticalSolidList"/>
    <dgm:cxn modelId="{18BE3019-0E90-4C32-A988-157009864AD2}" type="presParOf" srcId="{05261D3E-3CC7-4C85-9E09-D67FC777908C}" destId="{B12160B6-4EC8-4B4D-A1B2-F7F5F2795F75}" srcOrd="4" destOrd="0" presId="urn:microsoft.com/office/officeart/2018/2/layout/IconVerticalSolidList"/>
    <dgm:cxn modelId="{2EEC68C7-29BF-4C02-91C1-17C5C78737B5}" type="presParOf" srcId="{B12160B6-4EC8-4B4D-A1B2-F7F5F2795F75}" destId="{DB8ABDAA-976A-4A84-A3C3-277080E19DCA}" srcOrd="0" destOrd="0" presId="urn:microsoft.com/office/officeart/2018/2/layout/IconVerticalSolidList"/>
    <dgm:cxn modelId="{F1D89C2A-76D1-4569-963D-1C92D0A16E1C}" type="presParOf" srcId="{B12160B6-4EC8-4B4D-A1B2-F7F5F2795F75}" destId="{D335376E-740A-4A47-BC5B-3381DE731CE0}" srcOrd="1" destOrd="0" presId="urn:microsoft.com/office/officeart/2018/2/layout/IconVerticalSolidList"/>
    <dgm:cxn modelId="{4E76AE4D-E418-463B-994D-6DDD4BE738C0}" type="presParOf" srcId="{B12160B6-4EC8-4B4D-A1B2-F7F5F2795F75}" destId="{BCDE90E0-E45B-4C79-BE60-A53702208276}" srcOrd="2" destOrd="0" presId="urn:microsoft.com/office/officeart/2018/2/layout/IconVerticalSolidList"/>
    <dgm:cxn modelId="{A3104C94-C425-4DC0-8A01-7FDFF0F35AAA}" type="presParOf" srcId="{B12160B6-4EC8-4B4D-A1B2-F7F5F2795F75}" destId="{8409F791-340A-4625-9294-3E680D66DB63}" srcOrd="3" destOrd="0" presId="urn:microsoft.com/office/officeart/2018/2/layout/IconVerticalSolidList"/>
    <dgm:cxn modelId="{605473B3-8AA5-4EE0-BFBA-3AB749038A35}" type="presParOf" srcId="{05261D3E-3CC7-4C85-9E09-D67FC777908C}" destId="{D4892BA4-47FA-499C-84FA-3A971E9AFE41}" srcOrd="5" destOrd="0" presId="urn:microsoft.com/office/officeart/2018/2/layout/IconVerticalSolidList"/>
    <dgm:cxn modelId="{CC9F31C5-774B-4FC3-9646-7E0EFDB54727}" type="presParOf" srcId="{05261D3E-3CC7-4C85-9E09-D67FC777908C}" destId="{390D1410-0CB7-44D5-903C-C35615DE86E1}" srcOrd="6" destOrd="0" presId="urn:microsoft.com/office/officeart/2018/2/layout/IconVerticalSolidList"/>
    <dgm:cxn modelId="{34A9E1BF-6D83-4701-9E7B-CBCD8074AEAA}" type="presParOf" srcId="{390D1410-0CB7-44D5-903C-C35615DE86E1}" destId="{C2FCE80A-DCA0-4D7F-8F72-19CB2337E588}" srcOrd="0" destOrd="0" presId="urn:microsoft.com/office/officeart/2018/2/layout/IconVerticalSolidList"/>
    <dgm:cxn modelId="{2682A58B-536A-49D1-A507-E48E245F1609}" type="presParOf" srcId="{390D1410-0CB7-44D5-903C-C35615DE86E1}" destId="{1B0B9210-632F-4BB5-B140-1FA20D3CF123}" srcOrd="1" destOrd="0" presId="urn:microsoft.com/office/officeart/2018/2/layout/IconVerticalSolidList"/>
    <dgm:cxn modelId="{59D669F7-8B16-4888-95F6-5986C0AFE631}" type="presParOf" srcId="{390D1410-0CB7-44D5-903C-C35615DE86E1}" destId="{E9B85894-F3EF-4216-9DD4-962DCF409217}" srcOrd="2" destOrd="0" presId="urn:microsoft.com/office/officeart/2018/2/layout/IconVerticalSolidList"/>
    <dgm:cxn modelId="{BD8D7B70-D5A5-475A-9EAE-2DF74A65E7A7}" type="presParOf" srcId="{390D1410-0CB7-44D5-903C-C35615DE86E1}" destId="{3CBA7321-E2AC-48FD-B351-CE3C9A4CE924}" srcOrd="3" destOrd="0" presId="urn:microsoft.com/office/officeart/2018/2/layout/IconVerticalSolidList"/>
    <dgm:cxn modelId="{A54D5403-F787-4964-8489-63C75BE2EFB6}" type="presParOf" srcId="{05261D3E-3CC7-4C85-9E09-D67FC777908C}" destId="{5E25F319-BBA5-4820-B2FC-14F8D56BF078}" srcOrd="7" destOrd="0" presId="urn:microsoft.com/office/officeart/2018/2/layout/IconVerticalSolidList"/>
    <dgm:cxn modelId="{B5AAF852-AE2E-40BE-BC22-1382A2AD5A44}" type="presParOf" srcId="{05261D3E-3CC7-4C85-9E09-D67FC777908C}" destId="{A9DA4473-F7AD-4D05-A89E-4317469C9CAC}" srcOrd="8" destOrd="0" presId="urn:microsoft.com/office/officeart/2018/2/layout/IconVerticalSolidList"/>
    <dgm:cxn modelId="{80161854-1670-4BD7-9912-A0DFE5201001}" type="presParOf" srcId="{A9DA4473-F7AD-4D05-A89E-4317469C9CAC}" destId="{343A76ED-9DD6-4B0A-830E-16ED952B3D06}" srcOrd="0" destOrd="0" presId="urn:microsoft.com/office/officeart/2018/2/layout/IconVerticalSolidList"/>
    <dgm:cxn modelId="{17AEC66B-BBFF-4EF5-B894-6B5A992F362F}" type="presParOf" srcId="{A9DA4473-F7AD-4D05-A89E-4317469C9CAC}" destId="{C21BED67-1F13-4312-815B-B5C34DAA27F9}" srcOrd="1" destOrd="0" presId="urn:microsoft.com/office/officeart/2018/2/layout/IconVerticalSolidList"/>
    <dgm:cxn modelId="{D35FF1B4-6B78-4ECE-976F-17DFD749DB9F}" type="presParOf" srcId="{A9DA4473-F7AD-4D05-A89E-4317469C9CAC}" destId="{8854FDB6-04FD-4DEB-9AB6-DDB7E532A353}" srcOrd="2" destOrd="0" presId="urn:microsoft.com/office/officeart/2018/2/layout/IconVerticalSolidList"/>
    <dgm:cxn modelId="{00C148E5-B634-4CBF-973D-0F5A3C5E09C8}" type="presParOf" srcId="{A9DA4473-F7AD-4D05-A89E-4317469C9CAC}" destId="{9260EF14-C09B-4543-88B7-7F45704CBA36}" srcOrd="3" destOrd="0" presId="urn:microsoft.com/office/officeart/2018/2/layout/IconVerticalSolidList"/>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2.xml><?xml version="1.0" encoding="utf-8"?>
<dgm:dataModel xmlns:dgm="http://schemas.openxmlformats.org/drawingml/2006/diagram" xmlns:a="http://schemas.openxmlformats.org/drawingml/2006/main">
  <dgm:ptLst>
    <dgm:pt modelId="{B192402E-D48E-4A20-9102-455829196172}" type="doc">
      <dgm:prSet loTypeId="urn:microsoft.com/office/officeart/2005/8/layout/list1" loCatId="list" qsTypeId="urn:microsoft.com/office/officeart/2005/8/quickstyle/simple1" qsCatId="simple" csTypeId="urn:microsoft.com/office/officeart/2005/8/colors/accent1_2" csCatId="accent1" phldr="1"/>
      <dgm:spPr/>
      <dgm:t>
        <a:bodyPr/>
        <a:lstStyle/>
        <a:p>
          <a:endParaRPr lang="en-US"/>
        </a:p>
      </dgm:t>
    </dgm:pt>
    <dgm:pt modelId="{7A49DF98-867D-48FD-8C6A-11619CC54E26}">
      <dgm:prSet custT="1"/>
      <dgm:spPr>
        <a:solidFill>
          <a:schemeClr val="accent2"/>
        </a:solidFill>
        <a:ln>
          <a:noFill/>
        </a:ln>
      </dgm:spPr>
      <dgm:t>
        <a:bodyPr/>
        <a:lstStyle/>
        <a:p>
          <a:r>
            <a:rPr lang="en-ZA" sz="2800" dirty="0">
              <a:solidFill>
                <a:schemeClr val="tx1"/>
              </a:solidFill>
            </a:rPr>
            <a:t>We will cover these skills</a:t>
          </a:r>
          <a:endParaRPr lang="en-US" sz="2800" dirty="0">
            <a:solidFill>
              <a:schemeClr val="tx1"/>
            </a:solidFill>
          </a:endParaRPr>
        </a:p>
      </dgm:t>
    </dgm:pt>
    <dgm:pt modelId="{68E16295-5968-427D-8FEC-140904115879}" type="parTrans" cxnId="{1514D9C3-0364-4D35-B599-B493CBB9F80D}">
      <dgm:prSet/>
      <dgm:spPr/>
      <dgm:t>
        <a:bodyPr/>
        <a:lstStyle/>
        <a:p>
          <a:endParaRPr lang="en-US" sz="2800"/>
        </a:p>
      </dgm:t>
    </dgm:pt>
    <dgm:pt modelId="{C8FD5B74-EA17-4780-8EAB-5CC8C9F831ED}" type="sibTrans" cxnId="{1514D9C3-0364-4D35-B599-B493CBB9F80D}">
      <dgm:prSet/>
      <dgm:spPr/>
      <dgm:t>
        <a:bodyPr/>
        <a:lstStyle/>
        <a:p>
          <a:endParaRPr lang="en-US" sz="2800"/>
        </a:p>
      </dgm:t>
    </dgm:pt>
    <dgm:pt modelId="{5395F473-4B00-496B-B453-6451BF799B09}">
      <dgm:prSet custT="1"/>
      <dgm:spPr>
        <a:noFill/>
        <a:ln>
          <a:noFill/>
        </a:ln>
      </dgm:spPr>
      <dgm:t>
        <a:bodyPr/>
        <a:lstStyle/>
        <a:p>
          <a:pPr>
            <a:buClr>
              <a:schemeClr val="accent2"/>
            </a:buClr>
            <a:buFont typeface="Wingdings" panose="05000000000000000000" pitchFamily="2" charset="2"/>
            <a:buChar char="§"/>
          </a:pPr>
          <a:r>
            <a:rPr lang="en-ZA" sz="2800" dirty="0">
              <a:solidFill>
                <a:schemeClr val="bg1"/>
              </a:solidFill>
            </a:rPr>
            <a:t>First skill</a:t>
          </a:r>
          <a:endParaRPr lang="en-US" sz="2800" dirty="0">
            <a:solidFill>
              <a:schemeClr val="bg1"/>
            </a:solidFill>
          </a:endParaRPr>
        </a:p>
      </dgm:t>
    </dgm:pt>
    <dgm:pt modelId="{9C1152B7-4D34-4CA0-9DDC-F21FD4AEAD28}" type="parTrans" cxnId="{5982C12B-3881-4E5F-910B-CA265FD5E102}">
      <dgm:prSet/>
      <dgm:spPr/>
      <dgm:t>
        <a:bodyPr/>
        <a:lstStyle/>
        <a:p>
          <a:endParaRPr lang="en-US" sz="2800"/>
        </a:p>
      </dgm:t>
    </dgm:pt>
    <dgm:pt modelId="{169C7AF9-916F-47C4-A9C3-3ACADEA4D272}" type="sibTrans" cxnId="{5982C12B-3881-4E5F-910B-CA265FD5E102}">
      <dgm:prSet/>
      <dgm:spPr/>
      <dgm:t>
        <a:bodyPr/>
        <a:lstStyle/>
        <a:p>
          <a:endParaRPr lang="en-US" sz="2800"/>
        </a:p>
      </dgm:t>
    </dgm:pt>
    <dgm:pt modelId="{ED7BFBCA-85AB-470A-B757-1414C645E6DE}">
      <dgm:prSet custT="1"/>
      <dgm:spPr>
        <a:noFill/>
        <a:ln>
          <a:noFill/>
        </a:ln>
      </dgm:spPr>
      <dgm:t>
        <a:bodyPr/>
        <a:lstStyle/>
        <a:p>
          <a:pPr>
            <a:buClr>
              <a:schemeClr val="accent2"/>
            </a:buClr>
            <a:buFont typeface="Wingdings" panose="05000000000000000000" pitchFamily="2" charset="2"/>
            <a:buChar char="§"/>
          </a:pPr>
          <a:r>
            <a:rPr lang="en-ZA" sz="2800" dirty="0">
              <a:solidFill>
                <a:schemeClr val="bg1"/>
              </a:solidFill>
            </a:rPr>
            <a:t>Second skill</a:t>
          </a:r>
          <a:endParaRPr lang="en-US" sz="2800" dirty="0">
            <a:solidFill>
              <a:schemeClr val="bg1"/>
            </a:solidFill>
          </a:endParaRPr>
        </a:p>
      </dgm:t>
    </dgm:pt>
    <dgm:pt modelId="{B49CC6F4-1BCE-47E4-B510-CFFABFF8574B}" type="parTrans" cxnId="{CADA49E7-D7E4-4B04-9DDF-B5A55F3314AF}">
      <dgm:prSet/>
      <dgm:spPr/>
      <dgm:t>
        <a:bodyPr/>
        <a:lstStyle/>
        <a:p>
          <a:endParaRPr lang="en-US" sz="2800"/>
        </a:p>
      </dgm:t>
    </dgm:pt>
    <dgm:pt modelId="{C0C02030-8E95-4FBF-B65E-3B9A5576FA0F}" type="sibTrans" cxnId="{CADA49E7-D7E4-4B04-9DDF-B5A55F3314AF}">
      <dgm:prSet/>
      <dgm:spPr/>
      <dgm:t>
        <a:bodyPr/>
        <a:lstStyle/>
        <a:p>
          <a:endParaRPr lang="en-US" sz="2800"/>
        </a:p>
      </dgm:t>
    </dgm:pt>
    <dgm:pt modelId="{2904A716-59B7-4104-AC29-2F533F57D625}">
      <dgm:prSet custT="1"/>
      <dgm:spPr>
        <a:noFill/>
        <a:ln>
          <a:noFill/>
        </a:ln>
      </dgm:spPr>
      <dgm:t>
        <a:bodyPr/>
        <a:lstStyle/>
        <a:p>
          <a:pPr>
            <a:buClr>
              <a:schemeClr val="accent2"/>
            </a:buClr>
            <a:buFont typeface="Wingdings" panose="05000000000000000000" pitchFamily="2" charset="2"/>
            <a:buChar char="§"/>
          </a:pPr>
          <a:r>
            <a:rPr lang="en-ZA" sz="2800" dirty="0">
              <a:solidFill>
                <a:schemeClr val="bg1"/>
              </a:solidFill>
            </a:rPr>
            <a:t>Third skill</a:t>
          </a:r>
          <a:endParaRPr lang="en-US" sz="2800" dirty="0">
            <a:solidFill>
              <a:schemeClr val="bg1"/>
            </a:solidFill>
          </a:endParaRPr>
        </a:p>
      </dgm:t>
    </dgm:pt>
    <dgm:pt modelId="{9B32CB96-1CE6-4CA6-98D9-C2203F6FCB19}" type="parTrans" cxnId="{769AC2E0-480D-41AB-BE4C-F01603F65A64}">
      <dgm:prSet/>
      <dgm:spPr/>
      <dgm:t>
        <a:bodyPr/>
        <a:lstStyle/>
        <a:p>
          <a:endParaRPr lang="en-US" sz="2800"/>
        </a:p>
      </dgm:t>
    </dgm:pt>
    <dgm:pt modelId="{14A70495-26CC-4CC9-BF87-1FC52EE50B35}" type="sibTrans" cxnId="{769AC2E0-480D-41AB-BE4C-F01603F65A64}">
      <dgm:prSet/>
      <dgm:spPr/>
      <dgm:t>
        <a:bodyPr/>
        <a:lstStyle/>
        <a:p>
          <a:endParaRPr lang="en-US" sz="2800"/>
        </a:p>
      </dgm:t>
    </dgm:pt>
    <dgm:pt modelId="{48838873-4431-4954-9171-1238775AC576}" type="pres">
      <dgm:prSet presAssocID="{B192402E-D48E-4A20-9102-455829196172}" presName="linear" presStyleCnt="0">
        <dgm:presLayoutVars>
          <dgm:dir/>
          <dgm:animLvl val="lvl"/>
          <dgm:resizeHandles val="exact"/>
        </dgm:presLayoutVars>
      </dgm:prSet>
      <dgm:spPr/>
    </dgm:pt>
    <dgm:pt modelId="{ADA60600-5F4A-49C6-91D8-2B4F4EF7F0C5}" type="pres">
      <dgm:prSet presAssocID="{7A49DF98-867D-48FD-8C6A-11619CC54E26}" presName="parentLin" presStyleCnt="0"/>
      <dgm:spPr/>
    </dgm:pt>
    <dgm:pt modelId="{47D332B7-C90F-4055-8376-68DED81340C7}" type="pres">
      <dgm:prSet presAssocID="{7A49DF98-867D-48FD-8C6A-11619CC54E26}" presName="parentLeftMargin" presStyleLbl="node1" presStyleIdx="0" presStyleCnt="1"/>
      <dgm:spPr/>
    </dgm:pt>
    <dgm:pt modelId="{8EFCDC49-2431-44A7-9E88-01190BAF5B19}" type="pres">
      <dgm:prSet presAssocID="{7A49DF98-867D-48FD-8C6A-11619CC54E26}" presName="parentText" presStyleLbl="node1" presStyleIdx="0" presStyleCnt="1" custScaleY="33480">
        <dgm:presLayoutVars>
          <dgm:chMax val="0"/>
          <dgm:bulletEnabled val="1"/>
        </dgm:presLayoutVars>
      </dgm:prSet>
      <dgm:spPr>
        <a:prstGeom prst="rect">
          <a:avLst/>
        </a:prstGeom>
      </dgm:spPr>
    </dgm:pt>
    <dgm:pt modelId="{F95C0667-9363-47DF-A653-E9673BF14A41}" type="pres">
      <dgm:prSet presAssocID="{7A49DF98-867D-48FD-8C6A-11619CC54E26}" presName="negativeSpace" presStyleCnt="0"/>
      <dgm:spPr/>
    </dgm:pt>
    <dgm:pt modelId="{A7174219-EC9E-4267-A04D-B18EE847387A}" type="pres">
      <dgm:prSet presAssocID="{7A49DF98-867D-48FD-8C6A-11619CC54E26}" presName="childText" presStyleLbl="conFgAcc1" presStyleIdx="0" presStyleCnt="1">
        <dgm:presLayoutVars>
          <dgm:bulletEnabled val="1"/>
        </dgm:presLayoutVars>
      </dgm:prSet>
      <dgm:spPr/>
    </dgm:pt>
  </dgm:ptLst>
  <dgm:cxnLst>
    <dgm:cxn modelId="{260CC718-1C19-4A58-B25E-4613464E2BCD}" type="presOf" srcId="{B192402E-D48E-4A20-9102-455829196172}" destId="{48838873-4431-4954-9171-1238775AC576}" srcOrd="0" destOrd="0" presId="urn:microsoft.com/office/officeart/2005/8/layout/list1"/>
    <dgm:cxn modelId="{5982C12B-3881-4E5F-910B-CA265FD5E102}" srcId="{7A49DF98-867D-48FD-8C6A-11619CC54E26}" destId="{5395F473-4B00-496B-B453-6451BF799B09}" srcOrd="0" destOrd="0" parTransId="{9C1152B7-4D34-4CA0-9DDC-F21FD4AEAD28}" sibTransId="{169C7AF9-916F-47C4-A9C3-3ACADEA4D272}"/>
    <dgm:cxn modelId="{323B659E-DBBB-459D-BAA9-704ADD5267A5}" type="presOf" srcId="{7A49DF98-867D-48FD-8C6A-11619CC54E26}" destId="{8EFCDC49-2431-44A7-9E88-01190BAF5B19}" srcOrd="1" destOrd="0" presId="urn:microsoft.com/office/officeart/2005/8/layout/list1"/>
    <dgm:cxn modelId="{90F473B2-165C-42F0-BB66-183652D2B743}" type="presOf" srcId="{5395F473-4B00-496B-B453-6451BF799B09}" destId="{A7174219-EC9E-4267-A04D-B18EE847387A}" srcOrd="0" destOrd="0" presId="urn:microsoft.com/office/officeart/2005/8/layout/list1"/>
    <dgm:cxn modelId="{1514D9C3-0364-4D35-B599-B493CBB9F80D}" srcId="{B192402E-D48E-4A20-9102-455829196172}" destId="{7A49DF98-867D-48FD-8C6A-11619CC54E26}" srcOrd="0" destOrd="0" parTransId="{68E16295-5968-427D-8FEC-140904115879}" sibTransId="{C8FD5B74-EA17-4780-8EAB-5CC8C9F831ED}"/>
    <dgm:cxn modelId="{1EC855D4-9949-4C99-AE73-64CD4259AB6C}" type="presOf" srcId="{2904A716-59B7-4104-AC29-2F533F57D625}" destId="{A7174219-EC9E-4267-A04D-B18EE847387A}" srcOrd="0" destOrd="2" presId="urn:microsoft.com/office/officeart/2005/8/layout/list1"/>
    <dgm:cxn modelId="{769AC2E0-480D-41AB-BE4C-F01603F65A64}" srcId="{7A49DF98-867D-48FD-8C6A-11619CC54E26}" destId="{2904A716-59B7-4104-AC29-2F533F57D625}" srcOrd="2" destOrd="0" parTransId="{9B32CB96-1CE6-4CA6-98D9-C2203F6FCB19}" sibTransId="{14A70495-26CC-4CC9-BF87-1FC52EE50B35}"/>
    <dgm:cxn modelId="{DF88DBE6-53D6-489E-9FE7-EDD2A1456E39}" type="presOf" srcId="{ED7BFBCA-85AB-470A-B757-1414C645E6DE}" destId="{A7174219-EC9E-4267-A04D-B18EE847387A}" srcOrd="0" destOrd="1" presId="urn:microsoft.com/office/officeart/2005/8/layout/list1"/>
    <dgm:cxn modelId="{CADA49E7-D7E4-4B04-9DDF-B5A55F3314AF}" srcId="{7A49DF98-867D-48FD-8C6A-11619CC54E26}" destId="{ED7BFBCA-85AB-470A-B757-1414C645E6DE}" srcOrd="1" destOrd="0" parTransId="{B49CC6F4-1BCE-47E4-B510-CFFABFF8574B}" sibTransId="{C0C02030-8E95-4FBF-B65E-3B9A5576FA0F}"/>
    <dgm:cxn modelId="{50E4AAED-ECDC-4575-BA45-A3C06AC70654}" type="presOf" srcId="{7A49DF98-867D-48FD-8C6A-11619CC54E26}" destId="{47D332B7-C90F-4055-8376-68DED81340C7}" srcOrd="0" destOrd="0" presId="urn:microsoft.com/office/officeart/2005/8/layout/list1"/>
    <dgm:cxn modelId="{D78A3A74-3735-46A5-AE53-D5DBFCE60B3C}" type="presParOf" srcId="{48838873-4431-4954-9171-1238775AC576}" destId="{ADA60600-5F4A-49C6-91D8-2B4F4EF7F0C5}" srcOrd="0" destOrd="0" presId="urn:microsoft.com/office/officeart/2005/8/layout/list1"/>
    <dgm:cxn modelId="{0BA1AE4E-38D2-4A37-B0B8-E3322BED4927}" type="presParOf" srcId="{ADA60600-5F4A-49C6-91D8-2B4F4EF7F0C5}" destId="{47D332B7-C90F-4055-8376-68DED81340C7}" srcOrd="0" destOrd="0" presId="urn:microsoft.com/office/officeart/2005/8/layout/list1"/>
    <dgm:cxn modelId="{D5C3BD72-4785-4C45-A8D6-1E2106C5A127}" type="presParOf" srcId="{ADA60600-5F4A-49C6-91D8-2B4F4EF7F0C5}" destId="{8EFCDC49-2431-44A7-9E88-01190BAF5B19}" srcOrd="1" destOrd="0" presId="urn:microsoft.com/office/officeart/2005/8/layout/list1"/>
    <dgm:cxn modelId="{0EF623F6-C99C-4198-8F44-98A4197C3E57}" type="presParOf" srcId="{48838873-4431-4954-9171-1238775AC576}" destId="{F95C0667-9363-47DF-A653-E9673BF14A41}" srcOrd="1" destOrd="0" presId="urn:microsoft.com/office/officeart/2005/8/layout/list1"/>
    <dgm:cxn modelId="{FC6441F3-3646-434B-8813-D41E2442279A}" type="presParOf" srcId="{48838873-4431-4954-9171-1238775AC576}" destId="{A7174219-EC9E-4267-A04D-B18EE847387A}" srcOrd="2" destOrd="0" presId="urn:microsoft.com/office/officeart/2005/8/layout/list1"/>
  </dgm:cxnLst>
  <dgm:bg>
    <a:noFill/>
  </dgm:bg>
  <dgm:whole/>
  <dgm:extLst>
    <a:ext uri="http://schemas.microsoft.com/office/drawing/2008/diagram">
      <dsp:dataModelExt xmlns:dsp="http://schemas.microsoft.com/office/drawing/2008/diagram" relId="rId6" minVer="http://schemas.openxmlformats.org/drawingml/2006/diagram"/>
    </a:ext>
  </dgm:extLst>
</dgm:dataModel>
</file>

<file path=ppt/diagrams/data3.xml><?xml version="1.0" encoding="utf-8"?>
<dgm:dataModel xmlns:dgm="http://schemas.openxmlformats.org/drawingml/2006/diagram" xmlns:a="http://schemas.openxmlformats.org/drawingml/2006/main">
  <dgm:ptLst>
    <dgm:pt modelId="{BB0ECF89-2783-4E78-A209-A16EF114A1AA}" type="doc">
      <dgm:prSet loTypeId="urn:microsoft.com/office/officeart/2016/7/layout/LinProcess3" loCatId="list" qsTypeId="urn:microsoft.com/office/officeart/2005/8/quickstyle/simple1" qsCatId="simple" csTypeId="urn:microsoft.com/office/officeart/2018/5/colors/Iconchunking_neutralicontext_colorful1" csCatId="colorful" phldr="1"/>
      <dgm:spPr/>
      <dgm:t>
        <a:bodyPr/>
        <a:lstStyle/>
        <a:p>
          <a:endParaRPr lang="en-US"/>
        </a:p>
      </dgm:t>
    </dgm:pt>
    <dgm:pt modelId="{FFB58190-E438-47AF-86F3-FAEC2813ACF1}">
      <dgm:prSet custT="1"/>
      <dgm:spPr>
        <a:gradFill rotWithShape="0">
          <a:gsLst>
            <a:gs pos="1000">
              <a:schemeClr val="tx1">
                <a:lumMod val="85000"/>
                <a:lumOff val="15000"/>
              </a:schemeClr>
            </a:gs>
            <a:gs pos="100000">
              <a:schemeClr val="accent2">
                <a:lumMod val="50000"/>
              </a:schemeClr>
            </a:gs>
          </a:gsLst>
          <a:lin ang="12600000" scaled="0"/>
        </a:gradFill>
        <a:ln>
          <a:noFill/>
        </a:ln>
      </dgm:spPr>
      <dgm:t>
        <a:bodyPr/>
        <a:lstStyle/>
        <a:p>
          <a:r>
            <a:rPr lang="en-US" sz="2000" dirty="0">
              <a:solidFill>
                <a:schemeClr val="bg1"/>
              </a:solidFill>
            </a:rPr>
            <a:t>Map. </a:t>
          </a:r>
          <a:br>
            <a:rPr lang="en-US" sz="1600" dirty="0">
              <a:solidFill>
                <a:schemeClr val="bg1"/>
              </a:solidFill>
            </a:rPr>
          </a:br>
          <a:r>
            <a:rPr lang="en-US" sz="1600" dirty="0">
              <a:solidFill>
                <a:schemeClr val="bg1"/>
              </a:solidFill>
            </a:rPr>
            <a:t>Lorem ipsum </a:t>
          </a:r>
          <a:r>
            <a:rPr lang="en-US" sz="1600" noProof="1">
              <a:solidFill>
                <a:schemeClr val="bg1"/>
              </a:solidFill>
            </a:rPr>
            <a:t>dolor sit amet, consectetur adipiscing elit. Etiam aliquet eu mi quis lacinia. Ut fermentum a magna ut eleifend. Integer convallis suscipit ante eu varius. </a:t>
          </a:r>
        </a:p>
      </dgm:t>
    </dgm:pt>
    <dgm:pt modelId="{A40BCF22-228C-4E6F-A028-7BBDE5C12E5A}" type="parTrans" cxnId="{8FB3CA80-DD34-4F68-B118-EAE12645570F}">
      <dgm:prSet/>
      <dgm:spPr/>
      <dgm:t>
        <a:bodyPr/>
        <a:lstStyle/>
        <a:p>
          <a:endParaRPr lang="en-US"/>
        </a:p>
      </dgm:t>
    </dgm:pt>
    <dgm:pt modelId="{547F8894-C324-4B84-95BE-A51E4FE0FA16}" type="sibTrans" cxnId="{8FB3CA80-DD34-4F68-B118-EAE12645570F}">
      <dgm:prSet/>
      <dgm:spPr>
        <a:gradFill rotWithShape="0">
          <a:gsLst>
            <a:gs pos="0">
              <a:srgbClr val="000000">
                <a:lumMod val="75000"/>
                <a:lumOff val="25000"/>
              </a:srgbClr>
            </a:gs>
            <a:gs pos="15929">
              <a:srgbClr val="000000">
                <a:lumMod val="85000"/>
                <a:lumOff val="15000"/>
              </a:srgbClr>
            </a:gs>
            <a:gs pos="97000">
              <a:srgbClr val="000000">
                <a:lumMod val="85000"/>
                <a:lumOff val="15000"/>
              </a:srgbClr>
            </a:gs>
            <a:gs pos="100000">
              <a:srgbClr val="17B2D1">
                <a:lumMod val="75000"/>
              </a:srgbClr>
            </a:gs>
          </a:gsLst>
          <a:lin ang="10800000" scaled="0"/>
        </a:gradFill>
        <a:ln>
          <a:noFill/>
        </a:ln>
        <a:effectLst/>
      </dgm:spPr>
      <dgm:t>
        <a:bodyPr/>
        <a:lstStyle/>
        <a:p>
          <a:endParaRPr lang="en-US" dirty="0"/>
        </a:p>
      </dgm:t>
    </dgm:pt>
    <dgm:pt modelId="{CE11A269-561D-4BA1-BC45-87F6759FD368}">
      <dgm:prSet custT="1"/>
      <dgm:spPr>
        <a:gradFill rotWithShape="0">
          <a:gsLst>
            <a:gs pos="1000">
              <a:srgbClr val="000000">
                <a:lumMod val="85000"/>
                <a:lumOff val="15000"/>
              </a:srgbClr>
            </a:gs>
            <a:gs pos="100000">
              <a:srgbClr val="17B2D1">
                <a:lumMod val="50000"/>
              </a:srgbClr>
            </a:gs>
          </a:gsLst>
          <a:lin ang="12600000" scaled="0"/>
        </a:gradFill>
        <a:ln w="12700" cap="flat" cmpd="sng" algn="ctr">
          <a:noFill/>
          <a:prstDash val="solid"/>
          <a:miter lim="800000"/>
        </a:ln>
        <a:effectLst/>
      </dgm:spPr>
      <dgm:t>
        <a:bodyPr spcFirstLastPara="0" vert="horz" wrap="square" lIns="256199" tIns="330200" rIns="256199" bIns="330200" numCol="1" spcCol="1270" anchor="t" anchorCtr="0"/>
        <a:lstStyle/>
        <a:p>
          <a:pPr marL="0" lvl="0" indent="0" algn="l" defTabSz="711200">
            <a:lnSpc>
              <a:spcPct val="90000"/>
            </a:lnSpc>
            <a:spcBef>
              <a:spcPct val="0"/>
            </a:spcBef>
            <a:spcAft>
              <a:spcPct val="35000"/>
            </a:spcAft>
            <a:buNone/>
          </a:pPr>
          <a:r>
            <a:rPr lang="en-US" sz="2000" kern="1200" dirty="0">
              <a:solidFill>
                <a:srgbClr val="FFFFFF"/>
              </a:solidFill>
              <a:latin typeface="Calibri"/>
              <a:ea typeface="+mn-ea"/>
              <a:cs typeface="+mn-cs"/>
            </a:rPr>
            <a:t>Road. </a:t>
          </a:r>
          <a:br>
            <a:rPr lang="en-US" sz="1600" kern="1200" dirty="0">
              <a:solidFill>
                <a:srgbClr val="FFFFFF"/>
              </a:solidFill>
              <a:latin typeface="Calibri"/>
              <a:ea typeface="+mn-ea"/>
              <a:cs typeface="+mn-cs"/>
            </a:rPr>
          </a:br>
          <a:r>
            <a:rPr lang="en-US" sz="1600" kern="1200" dirty="0">
              <a:solidFill>
                <a:srgbClr val="FFFFFF"/>
              </a:solidFill>
              <a:latin typeface="Calibri"/>
              <a:ea typeface="+mn-ea"/>
              <a:cs typeface="+mn-cs"/>
            </a:rPr>
            <a:t>Lorem ipsum </a:t>
          </a:r>
          <a:r>
            <a:rPr lang="en-US" sz="1600" kern="1200" noProof="1">
              <a:solidFill>
                <a:srgbClr val="FFFFFF"/>
              </a:solidFill>
              <a:latin typeface="Calibri"/>
              <a:ea typeface="+mn-ea"/>
              <a:cs typeface="+mn-cs"/>
            </a:rPr>
            <a:t>dolor sit amet, consectetur adipiscing elit. Etiam aliquet eu mi quis lacinia. </a:t>
          </a:r>
        </a:p>
        <a:p>
          <a:pPr marL="0" lvl="0" indent="0" algn="l" defTabSz="711200">
            <a:lnSpc>
              <a:spcPct val="90000"/>
            </a:lnSpc>
            <a:spcBef>
              <a:spcPct val="0"/>
            </a:spcBef>
            <a:spcAft>
              <a:spcPct val="35000"/>
            </a:spcAft>
            <a:buNone/>
          </a:pPr>
          <a:endParaRPr lang="en-US" sz="1600" kern="1200" dirty="0">
            <a:solidFill>
              <a:srgbClr val="FFFFFF"/>
            </a:solidFill>
            <a:latin typeface="Calibri"/>
            <a:ea typeface="+mn-ea"/>
            <a:cs typeface="+mn-cs"/>
          </a:endParaRPr>
        </a:p>
      </dgm:t>
    </dgm:pt>
    <dgm:pt modelId="{4A66CBC3-2E89-46E5-B2EA-1705F05E6FDD}" type="parTrans" cxnId="{2E9E5A02-0CE8-4569-9B67-05EE24CE2438}">
      <dgm:prSet/>
      <dgm:spPr/>
      <dgm:t>
        <a:bodyPr/>
        <a:lstStyle/>
        <a:p>
          <a:endParaRPr lang="en-US"/>
        </a:p>
      </dgm:t>
    </dgm:pt>
    <dgm:pt modelId="{C9DED455-19B5-45BA-AEF1-572CA46E947B}" type="sibTrans" cxnId="{2E9E5A02-0CE8-4569-9B67-05EE24CE2438}">
      <dgm:prSet/>
      <dgm:spPr>
        <a:gradFill rotWithShape="0">
          <a:gsLst>
            <a:gs pos="0">
              <a:srgbClr val="000000">
                <a:lumMod val="75000"/>
                <a:lumOff val="25000"/>
              </a:srgbClr>
            </a:gs>
            <a:gs pos="15929">
              <a:srgbClr val="000000">
                <a:lumMod val="85000"/>
                <a:lumOff val="15000"/>
              </a:srgbClr>
            </a:gs>
            <a:gs pos="97000">
              <a:srgbClr val="000000">
                <a:lumMod val="85000"/>
                <a:lumOff val="15000"/>
              </a:srgbClr>
            </a:gs>
            <a:gs pos="100000">
              <a:srgbClr val="17B2D1">
                <a:lumMod val="75000"/>
              </a:srgbClr>
            </a:gs>
          </a:gsLst>
          <a:lin ang="10800000" scaled="0"/>
        </a:gradFill>
        <a:ln>
          <a:noFill/>
        </a:ln>
        <a:effectLst/>
      </dgm:spPr>
      <dgm:t>
        <a:bodyPr/>
        <a:lstStyle/>
        <a:p>
          <a:endParaRPr lang="en-US" dirty="0"/>
        </a:p>
      </dgm:t>
    </dgm:pt>
    <dgm:pt modelId="{C2A3EC29-44BC-4E51-92DE-E27BF9CD4489}">
      <dgm:prSet custT="1"/>
      <dgm:spPr>
        <a:gradFill rotWithShape="0">
          <a:gsLst>
            <a:gs pos="1000">
              <a:srgbClr val="000000">
                <a:lumMod val="85000"/>
                <a:lumOff val="15000"/>
              </a:srgbClr>
            </a:gs>
            <a:gs pos="100000">
              <a:srgbClr val="17B2D1">
                <a:lumMod val="50000"/>
              </a:srgbClr>
            </a:gs>
          </a:gsLst>
          <a:lin ang="12600000" scaled="0"/>
        </a:gradFill>
        <a:ln w="12700" cap="flat" cmpd="sng" algn="ctr">
          <a:noFill/>
          <a:prstDash val="solid"/>
          <a:miter lim="800000"/>
        </a:ln>
        <a:effectLst/>
      </dgm:spPr>
      <dgm:t>
        <a:bodyPr spcFirstLastPara="0" vert="horz" wrap="square" lIns="256199" tIns="330200" rIns="256199" bIns="330200" numCol="1" spcCol="1270" anchor="t" anchorCtr="0"/>
        <a:lstStyle/>
        <a:p>
          <a:pPr marL="0" lvl="0" indent="0" algn="l" defTabSz="711200">
            <a:lnSpc>
              <a:spcPct val="90000"/>
            </a:lnSpc>
            <a:spcBef>
              <a:spcPct val="0"/>
            </a:spcBef>
            <a:spcAft>
              <a:spcPct val="35000"/>
            </a:spcAft>
            <a:buNone/>
          </a:pPr>
          <a:r>
            <a:rPr lang="en-US" sz="2000" kern="1200" dirty="0">
              <a:solidFill>
                <a:srgbClr val="FFFFFF"/>
              </a:solidFill>
              <a:latin typeface="Calibri"/>
              <a:ea typeface="+mn-ea"/>
              <a:cs typeface="+mn-cs"/>
            </a:rPr>
            <a:t>Mountain. </a:t>
          </a:r>
          <a:br>
            <a:rPr lang="en-US" sz="1600" kern="1200" dirty="0">
              <a:solidFill>
                <a:srgbClr val="FFFFFF"/>
              </a:solidFill>
              <a:latin typeface="Calibri"/>
              <a:ea typeface="+mn-ea"/>
              <a:cs typeface="+mn-cs"/>
            </a:rPr>
          </a:br>
          <a:r>
            <a:rPr lang="en-US" sz="1600" kern="1200" dirty="0">
              <a:solidFill>
                <a:srgbClr val="FFFFFF"/>
              </a:solidFill>
              <a:latin typeface="Calibri"/>
              <a:ea typeface="+mn-ea"/>
              <a:cs typeface="+mn-cs"/>
            </a:rPr>
            <a:t>Lorem ipsum </a:t>
          </a:r>
          <a:r>
            <a:rPr lang="en-US" sz="1600" kern="1200" noProof="1">
              <a:solidFill>
                <a:srgbClr val="FFFFFF"/>
              </a:solidFill>
              <a:latin typeface="Calibri"/>
              <a:ea typeface="+mn-ea"/>
              <a:cs typeface="+mn-cs"/>
            </a:rPr>
            <a:t>dolor sit amet, consectetur adipiscing elit. Etiam aliquet eu mi quis lacinia. Integer convallis suscipit ante eu varius. </a:t>
          </a:r>
        </a:p>
        <a:p>
          <a:pPr marL="0" lvl="0" indent="0" algn="l" defTabSz="711200">
            <a:lnSpc>
              <a:spcPct val="90000"/>
            </a:lnSpc>
            <a:spcBef>
              <a:spcPct val="0"/>
            </a:spcBef>
            <a:spcAft>
              <a:spcPct val="35000"/>
            </a:spcAft>
            <a:buNone/>
          </a:pPr>
          <a:endParaRPr lang="en-US" sz="1600" kern="1200" dirty="0">
            <a:solidFill>
              <a:srgbClr val="FFFFFF"/>
            </a:solidFill>
            <a:latin typeface="Calibri"/>
            <a:ea typeface="+mn-ea"/>
            <a:cs typeface="+mn-cs"/>
          </a:endParaRPr>
        </a:p>
      </dgm:t>
    </dgm:pt>
    <dgm:pt modelId="{CE6B5045-A42D-4562-9588-2342D0E47934}" type="parTrans" cxnId="{B49FD08F-C9D7-4FC0-B446-ED9717719A00}">
      <dgm:prSet/>
      <dgm:spPr/>
      <dgm:t>
        <a:bodyPr/>
        <a:lstStyle/>
        <a:p>
          <a:endParaRPr lang="en-US"/>
        </a:p>
      </dgm:t>
    </dgm:pt>
    <dgm:pt modelId="{10254594-A53F-49FE-B0F2-BC233EE7109F}" type="sibTrans" cxnId="{B49FD08F-C9D7-4FC0-B446-ED9717719A00}">
      <dgm:prSet/>
      <dgm:spPr>
        <a:gradFill rotWithShape="0">
          <a:gsLst>
            <a:gs pos="0">
              <a:srgbClr val="000000">
                <a:lumMod val="75000"/>
                <a:lumOff val="25000"/>
              </a:srgbClr>
            </a:gs>
            <a:gs pos="15929">
              <a:srgbClr val="000000">
                <a:lumMod val="85000"/>
                <a:lumOff val="15000"/>
              </a:srgbClr>
            </a:gs>
            <a:gs pos="97000">
              <a:srgbClr val="000000">
                <a:lumMod val="85000"/>
                <a:lumOff val="15000"/>
              </a:srgbClr>
            </a:gs>
            <a:gs pos="100000">
              <a:srgbClr val="17B2D1">
                <a:lumMod val="75000"/>
              </a:srgbClr>
            </a:gs>
          </a:gsLst>
          <a:lin ang="10800000" scaled="0"/>
        </a:gradFill>
        <a:ln>
          <a:noFill/>
        </a:ln>
        <a:effectLst/>
      </dgm:spPr>
      <dgm:t>
        <a:bodyPr/>
        <a:lstStyle/>
        <a:p>
          <a:endParaRPr lang="en-US" dirty="0"/>
        </a:p>
      </dgm:t>
    </dgm:pt>
    <dgm:pt modelId="{ACE795D8-4182-4DF1-B098-DD0AD48044C8}" type="pres">
      <dgm:prSet presAssocID="{BB0ECF89-2783-4E78-A209-A16EF114A1AA}" presName="Name0" presStyleCnt="0">
        <dgm:presLayoutVars>
          <dgm:animLvl val="lvl"/>
          <dgm:resizeHandles val="exact"/>
        </dgm:presLayoutVars>
      </dgm:prSet>
      <dgm:spPr/>
    </dgm:pt>
    <dgm:pt modelId="{01457034-7B47-4E8B-B040-E0565D08290C}" type="pres">
      <dgm:prSet presAssocID="{FFB58190-E438-47AF-86F3-FAEC2813ACF1}" presName="compositeNode" presStyleCnt="0">
        <dgm:presLayoutVars>
          <dgm:bulletEnabled val="1"/>
        </dgm:presLayoutVars>
      </dgm:prSet>
      <dgm:spPr/>
    </dgm:pt>
    <dgm:pt modelId="{39A872F9-A5B8-4211-9FCD-79722E167124}" type="pres">
      <dgm:prSet presAssocID="{FFB58190-E438-47AF-86F3-FAEC2813ACF1}" presName="bgRect" presStyleLbl="bgAccFollowNode1" presStyleIdx="0" presStyleCnt="3"/>
      <dgm:spPr/>
    </dgm:pt>
    <dgm:pt modelId="{8157E768-0524-44F1-8F00-7DF53576D2D6}" type="pres">
      <dgm:prSet presAssocID="{547F8894-C324-4B84-95BE-A51E4FE0FA16}" presName="sibTransNodeCircle" presStyleLbl="alignNode1" presStyleIdx="0" presStyleCnt="6">
        <dgm:presLayoutVars>
          <dgm:chMax val="0"/>
          <dgm:bulletEnabled/>
        </dgm:presLayoutVars>
      </dgm:prSet>
      <dgm:spPr>
        <a:xfrm>
          <a:off x="990361" y="435133"/>
          <a:ext cx="1305401" cy="1305401"/>
        </a:xfrm>
        <a:prstGeom prst="rect">
          <a:avLst/>
        </a:prstGeom>
      </dgm:spPr>
    </dgm:pt>
    <dgm:pt modelId="{676D607A-85D2-4EAF-B264-A9D94B61A4FF}" type="pres">
      <dgm:prSet presAssocID="{FFB58190-E438-47AF-86F3-FAEC2813ACF1}" presName="bottomLine" presStyleLbl="alignNode1" presStyleIdx="1" presStyleCnt="6">
        <dgm:presLayoutVars/>
      </dgm:prSet>
      <dgm:spPr/>
    </dgm:pt>
    <dgm:pt modelId="{3DFCE59B-AEDE-4DE2-8B09-D05F047AB42F}" type="pres">
      <dgm:prSet presAssocID="{FFB58190-E438-47AF-86F3-FAEC2813ACF1}" presName="nodeText" presStyleLbl="bgAccFollowNode1" presStyleIdx="0" presStyleCnt="3">
        <dgm:presLayoutVars>
          <dgm:bulletEnabled val="1"/>
        </dgm:presLayoutVars>
      </dgm:prSet>
      <dgm:spPr/>
    </dgm:pt>
    <dgm:pt modelId="{AD65492C-54BB-4101-B1E0-86F57716A25E}" type="pres">
      <dgm:prSet presAssocID="{547F8894-C324-4B84-95BE-A51E4FE0FA16}" presName="sibTrans" presStyleCnt="0"/>
      <dgm:spPr/>
    </dgm:pt>
    <dgm:pt modelId="{9A0277E3-55B2-4FAA-BDD3-FFC27311B05B}" type="pres">
      <dgm:prSet presAssocID="{CE11A269-561D-4BA1-BC45-87F6759FD368}" presName="compositeNode" presStyleCnt="0">
        <dgm:presLayoutVars>
          <dgm:bulletEnabled val="1"/>
        </dgm:presLayoutVars>
      </dgm:prSet>
      <dgm:spPr/>
    </dgm:pt>
    <dgm:pt modelId="{AE95CEBE-1AD7-41D4-9CEE-5BA77CA8C01E}" type="pres">
      <dgm:prSet presAssocID="{CE11A269-561D-4BA1-BC45-87F6759FD368}" presName="bgRect" presStyleLbl="bgAccFollowNode1" presStyleIdx="1" presStyleCnt="3"/>
      <dgm:spPr>
        <a:xfrm>
          <a:off x="3614737" y="0"/>
          <a:ext cx="3286125" cy="4351338"/>
        </a:xfrm>
        <a:prstGeom prst="rect">
          <a:avLst/>
        </a:prstGeom>
      </dgm:spPr>
    </dgm:pt>
    <dgm:pt modelId="{AFA09309-0DCE-4477-82D3-AAF980A85A37}" type="pres">
      <dgm:prSet presAssocID="{C9DED455-19B5-45BA-AEF1-572CA46E947B}" presName="sibTransNodeCircle" presStyleLbl="alignNode1" presStyleIdx="2" presStyleCnt="6">
        <dgm:presLayoutVars>
          <dgm:chMax val="0"/>
          <dgm:bulletEnabled/>
        </dgm:presLayoutVars>
      </dgm:prSet>
      <dgm:spPr>
        <a:xfrm>
          <a:off x="4605099" y="435133"/>
          <a:ext cx="1305401" cy="1305401"/>
        </a:xfrm>
        <a:prstGeom prst="rect">
          <a:avLst/>
        </a:prstGeom>
      </dgm:spPr>
    </dgm:pt>
    <dgm:pt modelId="{70685E0F-5EC9-4D84-80D5-F2F78DC3CFFC}" type="pres">
      <dgm:prSet presAssocID="{CE11A269-561D-4BA1-BC45-87F6759FD368}" presName="bottomLine" presStyleLbl="alignNode1" presStyleIdx="3" presStyleCnt="6">
        <dgm:presLayoutVars/>
      </dgm:prSet>
      <dgm:spPr/>
    </dgm:pt>
    <dgm:pt modelId="{E8E0C55E-232A-41CA-87BA-45B86ABED6ED}" type="pres">
      <dgm:prSet presAssocID="{CE11A269-561D-4BA1-BC45-87F6759FD368}" presName="nodeText" presStyleLbl="bgAccFollowNode1" presStyleIdx="1" presStyleCnt="3">
        <dgm:presLayoutVars>
          <dgm:bulletEnabled val="1"/>
        </dgm:presLayoutVars>
      </dgm:prSet>
      <dgm:spPr/>
    </dgm:pt>
    <dgm:pt modelId="{556726A2-0416-41E0-99B4-BCA6885784BC}" type="pres">
      <dgm:prSet presAssocID="{C9DED455-19B5-45BA-AEF1-572CA46E947B}" presName="sibTrans" presStyleCnt="0"/>
      <dgm:spPr/>
    </dgm:pt>
    <dgm:pt modelId="{F4C4AEC7-6D64-4C71-ADC5-0F5CC45360C6}" type="pres">
      <dgm:prSet presAssocID="{C2A3EC29-44BC-4E51-92DE-E27BF9CD4489}" presName="compositeNode" presStyleCnt="0">
        <dgm:presLayoutVars>
          <dgm:bulletEnabled val="1"/>
        </dgm:presLayoutVars>
      </dgm:prSet>
      <dgm:spPr/>
    </dgm:pt>
    <dgm:pt modelId="{3AF3868F-681F-4EF9-8B83-F3B0F354A4C4}" type="pres">
      <dgm:prSet presAssocID="{C2A3EC29-44BC-4E51-92DE-E27BF9CD4489}" presName="bgRect" presStyleLbl="bgAccFollowNode1" presStyleIdx="2" presStyleCnt="3"/>
      <dgm:spPr>
        <a:xfrm>
          <a:off x="7229475" y="0"/>
          <a:ext cx="3286125" cy="4351338"/>
        </a:xfrm>
        <a:prstGeom prst="rect">
          <a:avLst/>
        </a:prstGeom>
      </dgm:spPr>
    </dgm:pt>
    <dgm:pt modelId="{9718E67E-2C8C-4093-AB5F-E3BEFAAEA31B}" type="pres">
      <dgm:prSet presAssocID="{10254594-A53F-49FE-B0F2-BC233EE7109F}" presName="sibTransNodeCircle" presStyleLbl="alignNode1" presStyleIdx="4" presStyleCnt="6">
        <dgm:presLayoutVars>
          <dgm:chMax val="0"/>
          <dgm:bulletEnabled/>
        </dgm:presLayoutVars>
      </dgm:prSet>
      <dgm:spPr>
        <a:xfrm>
          <a:off x="8219836" y="435133"/>
          <a:ext cx="1305401" cy="1305401"/>
        </a:xfrm>
        <a:prstGeom prst="rect">
          <a:avLst/>
        </a:prstGeom>
      </dgm:spPr>
    </dgm:pt>
    <dgm:pt modelId="{13CAC05E-7817-4F00-94BF-9DC0F20DF1D8}" type="pres">
      <dgm:prSet presAssocID="{C2A3EC29-44BC-4E51-92DE-E27BF9CD4489}" presName="bottomLine" presStyleLbl="alignNode1" presStyleIdx="5" presStyleCnt="6">
        <dgm:presLayoutVars/>
      </dgm:prSet>
      <dgm:spPr/>
    </dgm:pt>
    <dgm:pt modelId="{90A7E684-CAA3-435E-B654-85F1BA7D2B87}" type="pres">
      <dgm:prSet presAssocID="{C2A3EC29-44BC-4E51-92DE-E27BF9CD4489}" presName="nodeText" presStyleLbl="bgAccFollowNode1" presStyleIdx="2" presStyleCnt="3">
        <dgm:presLayoutVars>
          <dgm:bulletEnabled val="1"/>
        </dgm:presLayoutVars>
      </dgm:prSet>
      <dgm:spPr/>
    </dgm:pt>
  </dgm:ptLst>
  <dgm:cxnLst>
    <dgm:cxn modelId="{2E9E5A02-0CE8-4569-9B67-05EE24CE2438}" srcId="{BB0ECF89-2783-4E78-A209-A16EF114A1AA}" destId="{CE11A269-561D-4BA1-BC45-87F6759FD368}" srcOrd="1" destOrd="0" parTransId="{4A66CBC3-2E89-46E5-B2EA-1705F05E6FDD}" sibTransId="{C9DED455-19B5-45BA-AEF1-572CA46E947B}"/>
    <dgm:cxn modelId="{D2545B17-F0FC-41C0-8AE6-C63C564398B0}" type="presOf" srcId="{CE11A269-561D-4BA1-BC45-87F6759FD368}" destId="{AE95CEBE-1AD7-41D4-9CEE-5BA77CA8C01E}" srcOrd="0" destOrd="0" presId="urn:microsoft.com/office/officeart/2016/7/layout/LinProcess3"/>
    <dgm:cxn modelId="{36884E1A-39D3-4491-AFD6-BCBC6392A59E}" type="presOf" srcId="{CE11A269-561D-4BA1-BC45-87F6759FD368}" destId="{E8E0C55E-232A-41CA-87BA-45B86ABED6ED}" srcOrd="1" destOrd="0" presId="urn:microsoft.com/office/officeart/2016/7/layout/LinProcess3"/>
    <dgm:cxn modelId="{2229DB1B-DE4F-469E-8FA0-07BEC5B5F9D6}" type="presOf" srcId="{10254594-A53F-49FE-B0F2-BC233EE7109F}" destId="{9718E67E-2C8C-4093-AB5F-E3BEFAAEA31B}" srcOrd="0" destOrd="0" presId="urn:microsoft.com/office/officeart/2016/7/layout/LinProcess3"/>
    <dgm:cxn modelId="{0C140A6B-1B4A-4553-81FF-5591D9487696}" type="presOf" srcId="{C2A3EC29-44BC-4E51-92DE-E27BF9CD4489}" destId="{3AF3868F-681F-4EF9-8B83-F3B0F354A4C4}" srcOrd="0" destOrd="0" presId="urn:microsoft.com/office/officeart/2016/7/layout/LinProcess3"/>
    <dgm:cxn modelId="{025C3756-4F90-42F6-B826-13223FDABED0}" type="presOf" srcId="{547F8894-C324-4B84-95BE-A51E4FE0FA16}" destId="{8157E768-0524-44F1-8F00-7DF53576D2D6}" srcOrd="0" destOrd="0" presId="urn:microsoft.com/office/officeart/2016/7/layout/LinProcess3"/>
    <dgm:cxn modelId="{8FB3CA80-DD34-4F68-B118-EAE12645570F}" srcId="{BB0ECF89-2783-4E78-A209-A16EF114A1AA}" destId="{FFB58190-E438-47AF-86F3-FAEC2813ACF1}" srcOrd="0" destOrd="0" parTransId="{A40BCF22-228C-4E6F-A028-7BBDE5C12E5A}" sibTransId="{547F8894-C324-4B84-95BE-A51E4FE0FA16}"/>
    <dgm:cxn modelId="{B49FD08F-C9D7-4FC0-B446-ED9717719A00}" srcId="{BB0ECF89-2783-4E78-A209-A16EF114A1AA}" destId="{C2A3EC29-44BC-4E51-92DE-E27BF9CD4489}" srcOrd="2" destOrd="0" parTransId="{CE6B5045-A42D-4562-9588-2342D0E47934}" sibTransId="{10254594-A53F-49FE-B0F2-BC233EE7109F}"/>
    <dgm:cxn modelId="{469CA3A1-2EC0-458C-B828-8121A2D4750A}" type="presOf" srcId="{BB0ECF89-2783-4E78-A209-A16EF114A1AA}" destId="{ACE795D8-4182-4DF1-B098-DD0AD48044C8}" srcOrd="0" destOrd="0" presId="urn:microsoft.com/office/officeart/2016/7/layout/LinProcess3"/>
    <dgm:cxn modelId="{C8A4ECC3-0B95-497F-8D57-1124DFD9842C}" type="presOf" srcId="{C2A3EC29-44BC-4E51-92DE-E27BF9CD4489}" destId="{90A7E684-CAA3-435E-B654-85F1BA7D2B87}" srcOrd="1" destOrd="0" presId="urn:microsoft.com/office/officeart/2016/7/layout/LinProcess3"/>
    <dgm:cxn modelId="{13094BE1-4993-450F-9A18-CF0E62019EF7}" type="presOf" srcId="{FFB58190-E438-47AF-86F3-FAEC2813ACF1}" destId="{39A872F9-A5B8-4211-9FCD-79722E167124}" srcOrd="0" destOrd="0" presId="urn:microsoft.com/office/officeart/2016/7/layout/LinProcess3"/>
    <dgm:cxn modelId="{8A5C10EE-3A87-49FC-9945-C0118988EF8D}" type="presOf" srcId="{C9DED455-19B5-45BA-AEF1-572CA46E947B}" destId="{AFA09309-0DCE-4477-82D3-AAF980A85A37}" srcOrd="0" destOrd="0" presId="urn:microsoft.com/office/officeart/2016/7/layout/LinProcess3"/>
    <dgm:cxn modelId="{D24113F0-9FAB-4A26-B7AA-17C02606FE1D}" type="presOf" srcId="{FFB58190-E438-47AF-86F3-FAEC2813ACF1}" destId="{3DFCE59B-AEDE-4DE2-8B09-D05F047AB42F}" srcOrd="1" destOrd="0" presId="urn:microsoft.com/office/officeart/2016/7/layout/LinProcess3"/>
    <dgm:cxn modelId="{76481A27-79A5-48E5-BA29-16004448893C}" type="presParOf" srcId="{ACE795D8-4182-4DF1-B098-DD0AD48044C8}" destId="{01457034-7B47-4E8B-B040-E0565D08290C}" srcOrd="0" destOrd="0" presId="urn:microsoft.com/office/officeart/2016/7/layout/LinProcess3"/>
    <dgm:cxn modelId="{86BEA9C1-5DDA-42C2-937D-A7130110FF74}" type="presParOf" srcId="{01457034-7B47-4E8B-B040-E0565D08290C}" destId="{39A872F9-A5B8-4211-9FCD-79722E167124}" srcOrd="0" destOrd="0" presId="urn:microsoft.com/office/officeart/2016/7/layout/LinProcess3"/>
    <dgm:cxn modelId="{7DC5639C-5BDF-4F6D-A737-811AEFB16C12}" type="presParOf" srcId="{01457034-7B47-4E8B-B040-E0565D08290C}" destId="{8157E768-0524-44F1-8F00-7DF53576D2D6}" srcOrd="1" destOrd="0" presId="urn:microsoft.com/office/officeart/2016/7/layout/LinProcess3"/>
    <dgm:cxn modelId="{9BE7A881-53AA-46A4-B4D9-5952CA3DDD83}" type="presParOf" srcId="{01457034-7B47-4E8B-B040-E0565D08290C}" destId="{676D607A-85D2-4EAF-B264-A9D94B61A4FF}" srcOrd="2" destOrd="0" presId="urn:microsoft.com/office/officeart/2016/7/layout/LinProcess3"/>
    <dgm:cxn modelId="{3CDC6E8B-95DF-4144-9A43-8F1F01D9B5EA}" type="presParOf" srcId="{01457034-7B47-4E8B-B040-E0565D08290C}" destId="{3DFCE59B-AEDE-4DE2-8B09-D05F047AB42F}" srcOrd="3" destOrd="0" presId="urn:microsoft.com/office/officeart/2016/7/layout/LinProcess3"/>
    <dgm:cxn modelId="{050D0D46-967C-45EE-A82A-AD10E04485C1}" type="presParOf" srcId="{ACE795D8-4182-4DF1-B098-DD0AD48044C8}" destId="{AD65492C-54BB-4101-B1E0-86F57716A25E}" srcOrd="1" destOrd="0" presId="urn:microsoft.com/office/officeart/2016/7/layout/LinProcess3"/>
    <dgm:cxn modelId="{C5C3B0C4-18DC-4916-ABAF-6A287C00BAA9}" type="presParOf" srcId="{ACE795D8-4182-4DF1-B098-DD0AD48044C8}" destId="{9A0277E3-55B2-4FAA-BDD3-FFC27311B05B}" srcOrd="2" destOrd="0" presId="urn:microsoft.com/office/officeart/2016/7/layout/LinProcess3"/>
    <dgm:cxn modelId="{FA398688-6697-4B8B-A789-FF729FC50671}" type="presParOf" srcId="{9A0277E3-55B2-4FAA-BDD3-FFC27311B05B}" destId="{AE95CEBE-1AD7-41D4-9CEE-5BA77CA8C01E}" srcOrd="0" destOrd="0" presId="urn:microsoft.com/office/officeart/2016/7/layout/LinProcess3"/>
    <dgm:cxn modelId="{67EE8417-B6AF-43C7-AA8C-3B90AB6AE1FE}" type="presParOf" srcId="{9A0277E3-55B2-4FAA-BDD3-FFC27311B05B}" destId="{AFA09309-0DCE-4477-82D3-AAF980A85A37}" srcOrd="1" destOrd="0" presId="urn:microsoft.com/office/officeart/2016/7/layout/LinProcess3"/>
    <dgm:cxn modelId="{5CE89ECF-B3C2-499B-BBDE-19538F56547F}" type="presParOf" srcId="{9A0277E3-55B2-4FAA-BDD3-FFC27311B05B}" destId="{70685E0F-5EC9-4D84-80D5-F2F78DC3CFFC}" srcOrd="2" destOrd="0" presId="urn:microsoft.com/office/officeart/2016/7/layout/LinProcess3"/>
    <dgm:cxn modelId="{D77D220A-12C7-4499-9660-B4B666A87129}" type="presParOf" srcId="{9A0277E3-55B2-4FAA-BDD3-FFC27311B05B}" destId="{E8E0C55E-232A-41CA-87BA-45B86ABED6ED}" srcOrd="3" destOrd="0" presId="urn:microsoft.com/office/officeart/2016/7/layout/LinProcess3"/>
    <dgm:cxn modelId="{F3EEB326-7683-4D4B-BE0D-D7CC3EE67CB3}" type="presParOf" srcId="{ACE795D8-4182-4DF1-B098-DD0AD48044C8}" destId="{556726A2-0416-41E0-99B4-BCA6885784BC}" srcOrd="3" destOrd="0" presId="urn:microsoft.com/office/officeart/2016/7/layout/LinProcess3"/>
    <dgm:cxn modelId="{1694C3CA-CE7E-4D7A-B769-94D0C473B6D9}" type="presParOf" srcId="{ACE795D8-4182-4DF1-B098-DD0AD48044C8}" destId="{F4C4AEC7-6D64-4C71-ADC5-0F5CC45360C6}" srcOrd="4" destOrd="0" presId="urn:microsoft.com/office/officeart/2016/7/layout/LinProcess3"/>
    <dgm:cxn modelId="{01DA811B-E595-4B26-916D-A5B9420780B1}" type="presParOf" srcId="{F4C4AEC7-6D64-4C71-ADC5-0F5CC45360C6}" destId="{3AF3868F-681F-4EF9-8B83-F3B0F354A4C4}" srcOrd="0" destOrd="0" presId="urn:microsoft.com/office/officeart/2016/7/layout/LinProcess3"/>
    <dgm:cxn modelId="{65C50157-4E89-44E0-ADFE-2CDCD946EC0C}" type="presParOf" srcId="{F4C4AEC7-6D64-4C71-ADC5-0F5CC45360C6}" destId="{9718E67E-2C8C-4093-AB5F-E3BEFAAEA31B}" srcOrd="1" destOrd="0" presId="urn:microsoft.com/office/officeart/2016/7/layout/LinProcess3"/>
    <dgm:cxn modelId="{03312845-43B9-45C8-960A-3A8CADC652DB}" type="presParOf" srcId="{F4C4AEC7-6D64-4C71-ADC5-0F5CC45360C6}" destId="{13CAC05E-7817-4F00-94BF-9DC0F20DF1D8}" srcOrd="2" destOrd="0" presId="urn:microsoft.com/office/officeart/2016/7/layout/LinProcess3"/>
    <dgm:cxn modelId="{D7A81CCE-E542-4242-8542-3C297BE2D6C9}" type="presParOf" srcId="{F4C4AEC7-6D64-4C71-ADC5-0F5CC45360C6}" destId="{90A7E684-CAA3-435E-B654-85F1BA7D2B87}" srcOrd="3" destOrd="0" presId="urn:microsoft.com/office/officeart/2016/7/layout/LinProcess3"/>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rawing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99698387-9DF3-4127-A7DE-FCE3F05A3470}">
      <dsp:nvSpPr>
        <dsp:cNvPr id="0" name=""/>
        <dsp:cNvSpPr/>
      </dsp:nvSpPr>
      <dsp:spPr>
        <a:xfrm>
          <a:off x="0" y="4675"/>
          <a:ext cx="6791323" cy="995920"/>
        </a:xfrm>
        <a:prstGeom prst="rect">
          <a:avLst/>
        </a:prstGeom>
        <a:gradFill rotWithShape="0">
          <a:gsLst>
            <a:gs pos="0">
              <a:schemeClr val="tx1">
                <a:lumMod val="75000"/>
                <a:lumOff val="25000"/>
              </a:schemeClr>
            </a:gs>
            <a:gs pos="15929">
              <a:schemeClr val="tx1">
                <a:lumMod val="85000"/>
                <a:lumOff val="15000"/>
              </a:schemeClr>
            </a:gs>
            <a:gs pos="97000">
              <a:schemeClr val="tx1">
                <a:lumMod val="85000"/>
                <a:lumOff val="15000"/>
              </a:schemeClr>
            </a:gs>
            <a:gs pos="100000">
              <a:schemeClr val="accent2">
                <a:lumMod val="75000"/>
              </a:schemeClr>
            </a:gs>
          </a:gsLst>
          <a:lin ang="10800000" scaled="0"/>
        </a:gradFill>
        <a:ln>
          <a:noFill/>
        </a:ln>
        <a:effectLst/>
      </dsp:spPr>
      <dsp:style>
        <a:lnRef idx="0">
          <a:scrgbClr r="0" g="0" b="0"/>
        </a:lnRef>
        <a:fillRef idx="1">
          <a:scrgbClr r="0" g="0" b="0"/>
        </a:fillRef>
        <a:effectRef idx="0">
          <a:scrgbClr r="0" g="0" b="0"/>
        </a:effectRef>
        <a:fontRef idx="minor"/>
      </dsp:style>
    </dsp:sp>
    <dsp:sp modelId="{B52E1101-E263-4511-8D8F-5A215C912C41}">
      <dsp:nvSpPr>
        <dsp:cNvPr id="0" name=""/>
        <dsp:cNvSpPr/>
      </dsp:nvSpPr>
      <dsp:spPr>
        <a:xfrm>
          <a:off x="301265" y="228757"/>
          <a:ext cx="547756" cy="547756"/>
        </a:xfrm>
        <a:prstGeom prst="rect">
          <a:avLst/>
        </a:prstGeom>
        <a:blipFill>
          <a:blip xmlns:r="http://schemas.openxmlformats.org/officeDocument/2006/relationships" r:embed="rId1" cstate="screen">
            <a:extLst>
              <a:ext uri="{28A0092B-C50C-407E-A947-70E740481C1C}">
                <a14:useLocalDpi xmlns:a14="http://schemas.microsoft.com/office/drawing/2010/main"/>
              </a:ext>
              <a:ext uri="{96DAC541-7B7A-43D3-8B79-37D633B846F1}">
                <asvg:svgBlip xmlns:asvg="http://schemas.microsoft.com/office/drawing/2016/SVG/main" r:embed="rId2"/>
              </a:ext>
            </a:extLst>
          </a:blip>
          <a:stretch>
            <a:fillRect/>
          </a:stretch>
        </a:blipFill>
        <a:ln w="12700" cap="flat" cmpd="sng" algn="ctr">
          <a:noFill/>
          <a:prstDash val="solid"/>
          <a:miter lim="800000"/>
        </a:ln>
        <a:effectLst/>
      </dsp:spPr>
      <dsp:style>
        <a:lnRef idx="2">
          <a:scrgbClr r="0" g="0" b="0"/>
        </a:lnRef>
        <a:fillRef idx="1">
          <a:scrgbClr r="0" g="0" b="0"/>
        </a:fillRef>
        <a:effectRef idx="0">
          <a:scrgbClr r="0" g="0" b="0"/>
        </a:effectRef>
        <a:fontRef idx="minor">
          <a:schemeClr val="lt1"/>
        </a:fontRef>
      </dsp:style>
    </dsp:sp>
    <dsp:sp modelId="{F113ED77-1650-49A8-987A-A13C2A50CEA5}">
      <dsp:nvSpPr>
        <dsp:cNvPr id="0" name=""/>
        <dsp:cNvSpPr/>
      </dsp:nvSpPr>
      <dsp:spPr>
        <a:xfrm>
          <a:off x="1150288" y="4675"/>
          <a:ext cx="5641034" cy="995920"/>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05402" tIns="105402" rIns="105402" bIns="105402" numCol="1" spcCol="1270" anchor="ctr" anchorCtr="0">
          <a:noAutofit/>
        </a:bodyPr>
        <a:lstStyle/>
        <a:p>
          <a:pPr marL="0" lvl="0" indent="0" algn="l" defTabSz="844550">
            <a:lnSpc>
              <a:spcPct val="90000"/>
            </a:lnSpc>
            <a:spcBef>
              <a:spcPct val="0"/>
            </a:spcBef>
            <a:spcAft>
              <a:spcPct val="35000"/>
            </a:spcAft>
            <a:buNone/>
          </a:pPr>
          <a:r>
            <a:rPr lang="en-US" sz="1900" kern="1200" dirty="0">
              <a:solidFill>
                <a:schemeClr val="bg1"/>
              </a:solidFill>
            </a:rPr>
            <a:t>Lesson 1</a:t>
          </a:r>
        </a:p>
      </dsp:txBody>
      <dsp:txXfrm>
        <a:off x="1150288" y="4675"/>
        <a:ext cx="5641034" cy="995920"/>
      </dsp:txXfrm>
    </dsp:sp>
    <dsp:sp modelId="{FA3369E0-5B38-4FDD-A9F5-22B9810A03F7}">
      <dsp:nvSpPr>
        <dsp:cNvPr id="0" name=""/>
        <dsp:cNvSpPr/>
      </dsp:nvSpPr>
      <dsp:spPr>
        <a:xfrm>
          <a:off x="0" y="1249576"/>
          <a:ext cx="6791323" cy="995920"/>
        </a:xfrm>
        <a:prstGeom prst="rect">
          <a:avLst/>
        </a:prstGeom>
        <a:gradFill rotWithShape="0">
          <a:gsLst>
            <a:gs pos="0">
              <a:srgbClr val="000000">
                <a:lumMod val="75000"/>
                <a:lumOff val="25000"/>
              </a:srgbClr>
            </a:gs>
            <a:gs pos="15929">
              <a:srgbClr val="000000">
                <a:lumMod val="85000"/>
                <a:lumOff val="15000"/>
              </a:srgbClr>
            </a:gs>
            <a:gs pos="97000">
              <a:srgbClr val="000000">
                <a:lumMod val="85000"/>
                <a:lumOff val="15000"/>
              </a:srgbClr>
            </a:gs>
            <a:gs pos="100000">
              <a:srgbClr val="17B2D1">
                <a:lumMod val="75000"/>
              </a:srgbClr>
            </a:gs>
          </a:gsLst>
          <a:lin ang="10800000" scaled="0"/>
        </a:gradFill>
        <a:ln>
          <a:noFill/>
        </a:ln>
        <a:effectLst/>
      </dsp:spPr>
      <dsp:style>
        <a:lnRef idx="0">
          <a:scrgbClr r="0" g="0" b="0"/>
        </a:lnRef>
        <a:fillRef idx="1">
          <a:scrgbClr r="0" g="0" b="0"/>
        </a:fillRef>
        <a:effectRef idx="0">
          <a:scrgbClr r="0" g="0" b="0"/>
        </a:effectRef>
        <a:fontRef idx="minor"/>
      </dsp:style>
    </dsp:sp>
    <dsp:sp modelId="{FADE9C4E-BFE3-4374-BE2C-676ED238ACF2}">
      <dsp:nvSpPr>
        <dsp:cNvPr id="0" name=""/>
        <dsp:cNvSpPr/>
      </dsp:nvSpPr>
      <dsp:spPr>
        <a:xfrm>
          <a:off x="301265" y="1473658"/>
          <a:ext cx="547756" cy="547756"/>
        </a:xfrm>
        <a:prstGeom prst="rect">
          <a:avLst/>
        </a:prstGeom>
        <a:blipFill>
          <a:blip xmlns:r="http://schemas.openxmlformats.org/officeDocument/2006/relationships" r:embed="rId3" cstate="screen">
            <a:extLst>
              <a:ext uri="{28A0092B-C50C-407E-A947-70E740481C1C}">
                <a14:useLocalDpi xmlns:a14="http://schemas.microsoft.com/office/drawing/2010/main"/>
              </a:ext>
              <a:ext uri="{96DAC541-7B7A-43D3-8B79-37D633B846F1}">
                <asvg:svgBlip xmlns:asvg="http://schemas.microsoft.com/office/drawing/2016/SVG/main" r:embed="rId4"/>
              </a:ext>
            </a:extLst>
          </a:blip>
          <a:stretch>
            <a:fillRect/>
          </a:stretch>
        </a:blipFill>
        <a:ln w="12700" cap="flat" cmpd="sng" algn="ctr">
          <a:noFill/>
          <a:prstDash val="solid"/>
          <a:miter lim="800000"/>
        </a:ln>
        <a:effectLst/>
      </dsp:spPr>
      <dsp:style>
        <a:lnRef idx="2">
          <a:scrgbClr r="0" g="0" b="0"/>
        </a:lnRef>
        <a:fillRef idx="1">
          <a:scrgbClr r="0" g="0" b="0"/>
        </a:fillRef>
        <a:effectRef idx="0">
          <a:scrgbClr r="0" g="0" b="0"/>
        </a:effectRef>
        <a:fontRef idx="minor">
          <a:schemeClr val="lt1"/>
        </a:fontRef>
      </dsp:style>
    </dsp:sp>
    <dsp:sp modelId="{AC018808-9CEA-4C61-8875-3E922AA167D7}">
      <dsp:nvSpPr>
        <dsp:cNvPr id="0" name=""/>
        <dsp:cNvSpPr/>
      </dsp:nvSpPr>
      <dsp:spPr>
        <a:xfrm>
          <a:off x="1150288" y="1249576"/>
          <a:ext cx="5641034" cy="995920"/>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05402" tIns="105402" rIns="105402" bIns="105402" numCol="1" spcCol="1270" anchor="ctr" anchorCtr="0">
          <a:noAutofit/>
        </a:bodyPr>
        <a:lstStyle/>
        <a:p>
          <a:pPr marL="0" lvl="0" indent="0" algn="l" defTabSz="844550">
            <a:lnSpc>
              <a:spcPct val="90000"/>
            </a:lnSpc>
            <a:spcBef>
              <a:spcPct val="0"/>
            </a:spcBef>
            <a:spcAft>
              <a:spcPct val="35000"/>
            </a:spcAft>
            <a:buNone/>
          </a:pPr>
          <a:r>
            <a:rPr lang="en-US" sz="1900" kern="1200" dirty="0">
              <a:solidFill>
                <a:schemeClr val="bg1"/>
              </a:solidFill>
            </a:rPr>
            <a:t>Lesson 2</a:t>
          </a:r>
        </a:p>
      </dsp:txBody>
      <dsp:txXfrm>
        <a:off x="1150288" y="1249576"/>
        <a:ext cx="5641034" cy="995920"/>
      </dsp:txXfrm>
    </dsp:sp>
    <dsp:sp modelId="{DB8ABDAA-976A-4A84-A3C3-277080E19DCA}">
      <dsp:nvSpPr>
        <dsp:cNvPr id="0" name=""/>
        <dsp:cNvSpPr/>
      </dsp:nvSpPr>
      <dsp:spPr>
        <a:xfrm>
          <a:off x="0" y="2494477"/>
          <a:ext cx="6791323" cy="995920"/>
        </a:xfrm>
        <a:prstGeom prst="rect">
          <a:avLst/>
        </a:prstGeom>
        <a:gradFill rotWithShape="0">
          <a:gsLst>
            <a:gs pos="0">
              <a:srgbClr val="000000">
                <a:lumMod val="75000"/>
                <a:lumOff val="25000"/>
              </a:srgbClr>
            </a:gs>
            <a:gs pos="15929">
              <a:srgbClr val="000000">
                <a:lumMod val="85000"/>
                <a:lumOff val="15000"/>
              </a:srgbClr>
            </a:gs>
            <a:gs pos="97000">
              <a:srgbClr val="000000">
                <a:lumMod val="85000"/>
                <a:lumOff val="15000"/>
              </a:srgbClr>
            </a:gs>
            <a:gs pos="100000">
              <a:srgbClr val="17B2D1">
                <a:lumMod val="75000"/>
              </a:srgbClr>
            </a:gs>
          </a:gsLst>
          <a:lin ang="10800000" scaled="0"/>
        </a:gradFill>
        <a:ln>
          <a:noFill/>
        </a:ln>
        <a:effectLst/>
      </dsp:spPr>
      <dsp:style>
        <a:lnRef idx="0">
          <a:scrgbClr r="0" g="0" b="0"/>
        </a:lnRef>
        <a:fillRef idx="1">
          <a:scrgbClr r="0" g="0" b="0"/>
        </a:fillRef>
        <a:effectRef idx="0">
          <a:scrgbClr r="0" g="0" b="0"/>
        </a:effectRef>
        <a:fontRef idx="minor"/>
      </dsp:style>
    </dsp:sp>
    <dsp:sp modelId="{D335376E-740A-4A47-BC5B-3381DE731CE0}">
      <dsp:nvSpPr>
        <dsp:cNvPr id="0" name=""/>
        <dsp:cNvSpPr/>
      </dsp:nvSpPr>
      <dsp:spPr>
        <a:xfrm>
          <a:off x="301265" y="2718559"/>
          <a:ext cx="547756" cy="547756"/>
        </a:xfrm>
        <a:prstGeom prst="rect">
          <a:avLst/>
        </a:prstGeom>
        <a:blipFill>
          <a:blip xmlns:r="http://schemas.openxmlformats.org/officeDocument/2006/relationships" r:embed="rId5" cstate="screen">
            <a:extLst>
              <a:ext uri="{28A0092B-C50C-407E-A947-70E740481C1C}">
                <a14:useLocalDpi xmlns:a14="http://schemas.microsoft.com/office/drawing/2010/main"/>
              </a:ext>
              <a:ext uri="{96DAC541-7B7A-43D3-8B79-37D633B846F1}">
                <asvg:svgBlip xmlns:asvg="http://schemas.microsoft.com/office/drawing/2016/SVG/main" r:embed="rId6"/>
              </a:ext>
            </a:extLst>
          </a:blip>
          <a:stretch>
            <a:fillRect/>
          </a:stretch>
        </a:blipFill>
        <a:ln w="12700" cap="flat" cmpd="sng" algn="ctr">
          <a:noFill/>
          <a:prstDash val="solid"/>
          <a:miter lim="800000"/>
        </a:ln>
        <a:effectLst/>
      </dsp:spPr>
      <dsp:style>
        <a:lnRef idx="2">
          <a:scrgbClr r="0" g="0" b="0"/>
        </a:lnRef>
        <a:fillRef idx="1">
          <a:scrgbClr r="0" g="0" b="0"/>
        </a:fillRef>
        <a:effectRef idx="0">
          <a:scrgbClr r="0" g="0" b="0"/>
        </a:effectRef>
        <a:fontRef idx="minor">
          <a:schemeClr val="lt1"/>
        </a:fontRef>
      </dsp:style>
    </dsp:sp>
    <dsp:sp modelId="{8409F791-340A-4625-9294-3E680D66DB63}">
      <dsp:nvSpPr>
        <dsp:cNvPr id="0" name=""/>
        <dsp:cNvSpPr/>
      </dsp:nvSpPr>
      <dsp:spPr>
        <a:xfrm>
          <a:off x="1150288" y="2494477"/>
          <a:ext cx="5641034" cy="995920"/>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05402" tIns="105402" rIns="105402" bIns="105402" numCol="1" spcCol="1270" anchor="ctr" anchorCtr="0">
          <a:noAutofit/>
        </a:bodyPr>
        <a:lstStyle/>
        <a:p>
          <a:pPr marL="0" lvl="0" indent="0" algn="l" defTabSz="844550">
            <a:lnSpc>
              <a:spcPct val="90000"/>
            </a:lnSpc>
            <a:spcBef>
              <a:spcPct val="0"/>
            </a:spcBef>
            <a:spcAft>
              <a:spcPct val="35000"/>
            </a:spcAft>
            <a:buNone/>
          </a:pPr>
          <a:r>
            <a:rPr lang="en-US" sz="1900" kern="1200" dirty="0">
              <a:solidFill>
                <a:schemeClr val="bg1"/>
              </a:solidFill>
            </a:rPr>
            <a:t>Lesson 3</a:t>
          </a:r>
        </a:p>
      </dsp:txBody>
      <dsp:txXfrm>
        <a:off x="1150288" y="2494477"/>
        <a:ext cx="5641034" cy="995920"/>
      </dsp:txXfrm>
    </dsp:sp>
    <dsp:sp modelId="{C2FCE80A-DCA0-4D7F-8F72-19CB2337E588}">
      <dsp:nvSpPr>
        <dsp:cNvPr id="0" name=""/>
        <dsp:cNvSpPr/>
      </dsp:nvSpPr>
      <dsp:spPr>
        <a:xfrm>
          <a:off x="0" y="3739377"/>
          <a:ext cx="6791323" cy="995920"/>
        </a:xfrm>
        <a:prstGeom prst="rect">
          <a:avLst/>
        </a:prstGeom>
        <a:gradFill rotWithShape="0">
          <a:gsLst>
            <a:gs pos="0">
              <a:srgbClr val="000000">
                <a:lumMod val="75000"/>
                <a:lumOff val="25000"/>
              </a:srgbClr>
            </a:gs>
            <a:gs pos="15929">
              <a:srgbClr val="000000">
                <a:lumMod val="85000"/>
                <a:lumOff val="15000"/>
              </a:srgbClr>
            </a:gs>
            <a:gs pos="97000">
              <a:srgbClr val="000000">
                <a:lumMod val="85000"/>
                <a:lumOff val="15000"/>
              </a:srgbClr>
            </a:gs>
            <a:gs pos="100000">
              <a:srgbClr val="17B2D1">
                <a:lumMod val="75000"/>
              </a:srgbClr>
            </a:gs>
          </a:gsLst>
          <a:lin ang="10800000" scaled="0"/>
        </a:gradFill>
        <a:ln>
          <a:noFill/>
        </a:ln>
        <a:effectLst/>
      </dsp:spPr>
      <dsp:style>
        <a:lnRef idx="0">
          <a:scrgbClr r="0" g="0" b="0"/>
        </a:lnRef>
        <a:fillRef idx="1">
          <a:scrgbClr r="0" g="0" b="0"/>
        </a:fillRef>
        <a:effectRef idx="0">
          <a:scrgbClr r="0" g="0" b="0"/>
        </a:effectRef>
        <a:fontRef idx="minor"/>
      </dsp:style>
    </dsp:sp>
    <dsp:sp modelId="{1B0B9210-632F-4BB5-B140-1FA20D3CF123}">
      <dsp:nvSpPr>
        <dsp:cNvPr id="0" name=""/>
        <dsp:cNvSpPr/>
      </dsp:nvSpPr>
      <dsp:spPr>
        <a:xfrm>
          <a:off x="301265" y="3963460"/>
          <a:ext cx="547756" cy="547756"/>
        </a:xfrm>
        <a:prstGeom prst="rect">
          <a:avLst/>
        </a:prstGeom>
        <a:blipFill>
          <a:blip xmlns:r="http://schemas.openxmlformats.org/officeDocument/2006/relationships" r:embed="rId7" cstate="screen">
            <a:extLst>
              <a:ext uri="{28A0092B-C50C-407E-A947-70E740481C1C}">
                <a14:useLocalDpi xmlns:a14="http://schemas.microsoft.com/office/drawing/2010/main"/>
              </a:ext>
              <a:ext uri="{96DAC541-7B7A-43D3-8B79-37D633B846F1}">
                <asvg:svgBlip xmlns:asvg="http://schemas.microsoft.com/office/drawing/2016/SVG/main" r:embed="rId8"/>
              </a:ext>
            </a:extLst>
          </a:blip>
          <a:stretch>
            <a:fillRect/>
          </a:stretch>
        </a:blipFill>
        <a:ln w="12700" cap="flat" cmpd="sng" algn="ctr">
          <a:noFill/>
          <a:prstDash val="solid"/>
          <a:miter lim="800000"/>
        </a:ln>
        <a:effectLst/>
      </dsp:spPr>
      <dsp:style>
        <a:lnRef idx="2">
          <a:scrgbClr r="0" g="0" b="0"/>
        </a:lnRef>
        <a:fillRef idx="1">
          <a:scrgbClr r="0" g="0" b="0"/>
        </a:fillRef>
        <a:effectRef idx="0">
          <a:scrgbClr r="0" g="0" b="0"/>
        </a:effectRef>
        <a:fontRef idx="minor">
          <a:schemeClr val="lt1"/>
        </a:fontRef>
      </dsp:style>
    </dsp:sp>
    <dsp:sp modelId="{3CBA7321-E2AC-48FD-B351-CE3C9A4CE924}">
      <dsp:nvSpPr>
        <dsp:cNvPr id="0" name=""/>
        <dsp:cNvSpPr/>
      </dsp:nvSpPr>
      <dsp:spPr>
        <a:xfrm>
          <a:off x="1150288" y="3739377"/>
          <a:ext cx="5641034" cy="995920"/>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05402" tIns="105402" rIns="105402" bIns="105402" numCol="1" spcCol="1270" anchor="ctr" anchorCtr="0">
          <a:noAutofit/>
        </a:bodyPr>
        <a:lstStyle/>
        <a:p>
          <a:pPr marL="0" lvl="0" indent="0" algn="l" defTabSz="844550">
            <a:lnSpc>
              <a:spcPct val="90000"/>
            </a:lnSpc>
            <a:spcBef>
              <a:spcPct val="0"/>
            </a:spcBef>
            <a:spcAft>
              <a:spcPct val="35000"/>
            </a:spcAft>
            <a:buNone/>
          </a:pPr>
          <a:r>
            <a:rPr lang="en-US" sz="1900" kern="1200" dirty="0">
              <a:solidFill>
                <a:schemeClr val="bg1"/>
              </a:solidFill>
            </a:rPr>
            <a:t>Lesson 4</a:t>
          </a:r>
        </a:p>
      </dsp:txBody>
      <dsp:txXfrm>
        <a:off x="1150288" y="3739377"/>
        <a:ext cx="5641034" cy="995920"/>
      </dsp:txXfrm>
    </dsp:sp>
    <dsp:sp modelId="{343A76ED-9DD6-4B0A-830E-16ED952B3D06}">
      <dsp:nvSpPr>
        <dsp:cNvPr id="0" name=""/>
        <dsp:cNvSpPr/>
      </dsp:nvSpPr>
      <dsp:spPr>
        <a:xfrm>
          <a:off x="0" y="4984278"/>
          <a:ext cx="6791323" cy="995920"/>
        </a:xfrm>
        <a:prstGeom prst="rect">
          <a:avLst/>
        </a:prstGeom>
        <a:gradFill rotWithShape="0">
          <a:gsLst>
            <a:gs pos="0">
              <a:srgbClr val="000000">
                <a:lumMod val="75000"/>
                <a:lumOff val="25000"/>
              </a:srgbClr>
            </a:gs>
            <a:gs pos="15929">
              <a:srgbClr val="000000">
                <a:lumMod val="85000"/>
                <a:lumOff val="15000"/>
              </a:srgbClr>
            </a:gs>
            <a:gs pos="97000">
              <a:srgbClr val="000000">
                <a:lumMod val="85000"/>
                <a:lumOff val="15000"/>
              </a:srgbClr>
            </a:gs>
            <a:gs pos="100000">
              <a:srgbClr val="17B2D1">
                <a:lumMod val="75000"/>
              </a:srgbClr>
            </a:gs>
          </a:gsLst>
          <a:lin ang="10800000" scaled="0"/>
        </a:gradFill>
        <a:ln>
          <a:noFill/>
        </a:ln>
        <a:effectLst/>
      </dsp:spPr>
      <dsp:style>
        <a:lnRef idx="0">
          <a:scrgbClr r="0" g="0" b="0"/>
        </a:lnRef>
        <a:fillRef idx="1">
          <a:scrgbClr r="0" g="0" b="0"/>
        </a:fillRef>
        <a:effectRef idx="0">
          <a:scrgbClr r="0" g="0" b="0"/>
        </a:effectRef>
        <a:fontRef idx="minor"/>
      </dsp:style>
    </dsp:sp>
    <dsp:sp modelId="{C21BED67-1F13-4312-815B-B5C34DAA27F9}">
      <dsp:nvSpPr>
        <dsp:cNvPr id="0" name=""/>
        <dsp:cNvSpPr/>
      </dsp:nvSpPr>
      <dsp:spPr>
        <a:xfrm>
          <a:off x="301265" y="5208360"/>
          <a:ext cx="547756" cy="547756"/>
        </a:xfrm>
        <a:prstGeom prst="rect">
          <a:avLst/>
        </a:prstGeom>
        <a:blipFill>
          <a:blip xmlns:r="http://schemas.openxmlformats.org/officeDocument/2006/relationships" r:embed="rId9" cstate="screen">
            <a:extLst>
              <a:ext uri="{28A0092B-C50C-407E-A947-70E740481C1C}">
                <a14:useLocalDpi xmlns:a14="http://schemas.microsoft.com/office/drawing/2010/main"/>
              </a:ext>
              <a:ext uri="{96DAC541-7B7A-43D3-8B79-37D633B846F1}">
                <asvg:svgBlip xmlns:asvg="http://schemas.microsoft.com/office/drawing/2016/SVG/main" r:embed="rId10"/>
              </a:ext>
            </a:extLst>
          </a:blip>
          <a:stretch>
            <a:fillRect/>
          </a:stretch>
        </a:blipFill>
        <a:ln w="12700" cap="flat" cmpd="sng" algn="ctr">
          <a:noFill/>
          <a:prstDash val="solid"/>
          <a:miter lim="800000"/>
        </a:ln>
        <a:effectLst/>
      </dsp:spPr>
      <dsp:style>
        <a:lnRef idx="2">
          <a:scrgbClr r="0" g="0" b="0"/>
        </a:lnRef>
        <a:fillRef idx="1">
          <a:scrgbClr r="0" g="0" b="0"/>
        </a:fillRef>
        <a:effectRef idx="0">
          <a:scrgbClr r="0" g="0" b="0"/>
        </a:effectRef>
        <a:fontRef idx="minor">
          <a:schemeClr val="lt1"/>
        </a:fontRef>
      </dsp:style>
    </dsp:sp>
    <dsp:sp modelId="{9260EF14-C09B-4543-88B7-7F45704CBA36}">
      <dsp:nvSpPr>
        <dsp:cNvPr id="0" name=""/>
        <dsp:cNvSpPr/>
      </dsp:nvSpPr>
      <dsp:spPr>
        <a:xfrm>
          <a:off x="1150288" y="4984278"/>
          <a:ext cx="5641034" cy="995920"/>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05402" tIns="105402" rIns="105402" bIns="105402" numCol="1" spcCol="1270" anchor="ctr" anchorCtr="0">
          <a:noAutofit/>
        </a:bodyPr>
        <a:lstStyle/>
        <a:p>
          <a:pPr marL="0" lvl="0" indent="0" algn="l" defTabSz="844550">
            <a:lnSpc>
              <a:spcPct val="90000"/>
            </a:lnSpc>
            <a:spcBef>
              <a:spcPct val="0"/>
            </a:spcBef>
            <a:spcAft>
              <a:spcPct val="35000"/>
            </a:spcAft>
            <a:buNone/>
          </a:pPr>
          <a:r>
            <a:rPr lang="en-US" sz="1900" kern="1200" dirty="0">
              <a:solidFill>
                <a:schemeClr val="bg1"/>
              </a:solidFill>
            </a:rPr>
            <a:t>Lesson 5</a:t>
          </a:r>
        </a:p>
      </dsp:txBody>
      <dsp:txXfrm>
        <a:off x="1150288" y="4984278"/>
        <a:ext cx="5641034" cy="995920"/>
      </dsp:txXfrm>
    </dsp:sp>
  </dsp:spTree>
</dsp:drawing>
</file>

<file path=ppt/diagrams/drawing2.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A7174219-EC9E-4267-A04D-B18EE847387A}">
      <dsp:nvSpPr>
        <dsp:cNvPr id="0" name=""/>
        <dsp:cNvSpPr/>
      </dsp:nvSpPr>
      <dsp:spPr>
        <a:xfrm>
          <a:off x="0" y="1559187"/>
          <a:ext cx="6156323" cy="2866500"/>
        </a:xfrm>
        <a:prstGeom prst="rect">
          <a:avLst/>
        </a:prstGeom>
        <a:noFill/>
        <a:ln w="12700" cap="flat" cmpd="sng" algn="ctr">
          <a:no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477799" tIns="1353820" rIns="477799" bIns="199136" numCol="1" spcCol="1270" anchor="t" anchorCtr="0">
          <a:noAutofit/>
        </a:bodyPr>
        <a:lstStyle/>
        <a:p>
          <a:pPr marL="285750" lvl="1" indent="-285750" algn="l" defTabSz="1244600">
            <a:lnSpc>
              <a:spcPct val="90000"/>
            </a:lnSpc>
            <a:spcBef>
              <a:spcPct val="0"/>
            </a:spcBef>
            <a:spcAft>
              <a:spcPct val="15000"/>
            </a:spcAft>
            <a:buClr>
              <a:schemeClr val="accent2"/>
            </a:buClr>
            <a:buFont typeface="Wingdings" panose="05000000000000000000" pitchFamily="2" charset="2"/>
            <a:buChar char="§"/>
          </a:pPr>
          <a:r>
            <a:rPr lang="en-ZA" sz="2800" kern="1200" dirty="0">
              <a:solidFill>
                <a:schemeClr val="bg1"/>
              </a:solidFill>
            </a:rPr>
            <a:t>First skill</a:t>
          </a:r>
          <a:endParaRPr lang="en-US" sz="2800" kern="1200" dirty="0">
            <a:solidFill>
              <a:schemeClr val="bg1"/>
            </a:solidFill>
          </a:endParaRPr>
        </a:p>
        <a:p>
          <a:pPr marL="285750" lvl="1" indent="-285750" algn="l" defTabSz="1244600">
            <a:lnSpc>
              <a:spcPct val="90000"/>
            </a:lnSpc>
            <a:spcBef>
              <a:spcPct val="0"/>
            </a:spcBef>
            <a:spcAft>
              <a:spcPct val="15000"/>
            </a:spcAft>
            <a:buClr>
              <a:schemeClr val="accent2"/>
            </a:buClr>
            <a:buFont typeface="Wingdings" panose="05000000000000000000" pitchFamily="2" charset="2"/>
            <a:buChar char="§"/>
          </a:pPr>
          <a:r>
            <a:rPr lang="en-ZA" sz="2800" kern="1200" dirty="0">
              <a:solidFill>
                <a:schemeClr val="bg1"/>
              </a:solidFill>
            </a:rPr>
            <a:t>Second skill</a:t>
          </a:r>
          <a:endParaRPr lang="en-US" sz="2800" kern="1200" dirty="0">
            <a:solidFill>
              <a:schemeClr val="bg1"/>
            </a:solidFill>
          </a:endParaRPr>
        </a:p>
        <a:p>
          <a:pPr marL="285750" lvl="1" indent="-285750" algn="l" defTabSz="1244600">
            <a:lnSpc>
              <a:spcPct val="90000"/>
            </a:lnSpc>
            <a:spcBef>
              <a:spcPct val="0"/>
            </a:spcBef>
            <a:spcAft>
              <a:spcPct val="15000"/>
            </a:spcAft>
            <a:buClr>
              <a:schemeClr val="accent2"/>
            </a:buClr>
            <a:buFont typeface="Wingdings" panose="05000000000000000000" pitchFamily="2" charset="2"/>
            <a:buChar char="§"/>
          </a:pPr>
          <a:r>
            <a:rPr lang="en-ZA" sz="2800" kern="1200" dirty="0">
              <a:solidFill>
                <a:schemeClr val="bg1"/>
              </a:solidFill>
            </a:rPr>
            <a:t>Third skill</a:t>
          </a:r>
          <a:endParaRPr lang="en-US" sz="2800" kern="1200" dirty="0">
            <a:solidFill>
              <a:schemeClr val="bg1"/>
            </a:solidFill>
          </a:endParaRPr>
        </a:p>
      </dsp:txBody>
      <dsp:txXfrm>
        <a:off x="0" y="1559187"/>
        <a:ext cx="6156323" cy="2866500"/>
      </dsp:txXfrm>
    </dsp:sp>
    <dsp:sp modelId="{8EFCDC49-2431-44A7-9E88-01190BAF5B19}">
      <dsp:nvSpPr>
        <dsp:cNvPr id="0" name=""/>
        <dsp:cNvSpPr/>
      </dsp:nvSpPr>
      <dsp:spPr>
        <a:xfrm>
          <a:off x="307816" y="1876173"/>
          <a:ext cx="4309426" cy="642414"/>
        </a:xfrm>
        <a:prstGeom prst="rect">
          <a:avLst/>
        </a:prstGeom>
        <a:solidFill>
          <a:schemeClr val="accent2"/>
        </a:solidFill>
        <a:ln w="12700" cap="flat" cmpd="sng" algn="ctr">
          <a:no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62886" tIns="0" rIns="162886" bIns="0" numCol="1" spcCol="1270" anchor="ctr" anchorCtr="0">
          <a:noAutofit/>
        </a:bodyPr>
        <a:lstStyle/>
        <a:p>
          <a:pPr marL="0" lvl="0" indent="0" algn="l" defTabSz="1244600">
            <a:lnSpc>
              <a:spcPct val="90000"/>
            </a:lnSpc>
            <a:spcBef>
              <a:spcPct val="0"/>
            </a:spcBef>
            <a:spcAft>
              <a:spcPct val="35000"/>
            </a:spcAft>
            <a:buNone/>
          </a:pPr>
          <a:r>
            <a:rPr lang="en-ZA" sz="2800" kern="1200" dirty="0">
              <a:solidFill>
                <a:schemeClr val="tx1"/>
              </a:solidFill>
            </a:rPr>
            <a:t>We will cover these skills</a:t>
          </a:r>
          <a:endParaRPr lang="en-US" sz="2800" kern="1200" dirty="0">
            <a:solidFill>
              <a:schemeClr val="tx1"/>
            </a:solidFill>
          </a:endParaRPr>
        </a:p>
      </dsp:txBody>
      <dsp:txXfrm>
        <a:off x="307816" y="1876173"/>
        <a:ext cx="4309426" cy="642414"/>
      </dsp:txXfrm>
    </dsp:sp>
  </dsp:spTree>
</dsp:drawing>
</file>

<file path=ppt/diagrams/drawing3.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39A872F9-A5B8-4211-9FCD-79722E167124}">
      <dsp:nvSpPr>
        <dsp:cNvPr id="0" name=""/>
        <dsp:cNvSpPr/>
      </dsp:nvSpPr>
      <dsp:spPr>
        <a:xfrm>
          <a:off x="0" y="0"/>
          <a:ext cx="3286125" cy="4351338"/>
        </a:xfrm>
        <a:prstGeom prst="rect">
          <a:avLst/>
        </a:prstGeom>
        <a:gradFill rotWithShape="0">
          <a:gsLst>
            <a:gs pos="1000">
              <a:schemeClr val="tx1">
                <a:lumMod val="85000"/>
                <a:lumOff val="15000"/>
              </a:schemeClr>
            </a:gs>
            <a:gs pos="100000">
              <a:schemeClr val="accent2">
                <a:lumMod val="50000"/>
              </a:schemeClr>
            </a:gs>
          </a:gsLst>
          <a:lin ang="12600000" scaled="0"/>
        </a:gradFill>
        <a:ln w="12700" cap="flat" cmpd="sng" algn="ctr">
          <a:no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256199" tIns="330200" rIns="256199" bIns="330200" numCol="1" spcCol="1270" anchor="t" anchorCtr="0">
          <a:noAutofit/>
        </a:bodyPr>
        <a:lstStyle/>
        <a:p>
          <a:pPr marL="0" lvl="0" indent="0" algn="l" defTabSz="889000">
            <a:lnSpc>
              <a:spcPct val="90000"/>
            </a:lnSpc>
            <a:spcBef>
              <a:spcPct val="0"/>
            </a:spcBef>
            <a:spcAft>
              <a:spcPct val="35000"/>
            </a:spcAft>
            <a:buNone/>
          </a:pPr>
          <a:r>
            <a:rPr lang="en-US" sz="2000" kern="1200" dirty="0">
              <a:solidFill>
                <a:schemeClr val="bg1"/>
              </a:solidFill>
            </a:rPr>
            <a:t>Map. </a:t>
          </a:r>
          <a:br>
            <a:rPr lang="en-US" sz="1600" kern="1200" dirty="0">
              <a:solidFill>
                <a:schemeClr val="bg1"/>
              </a:solidFill>
            </a:rPr>
          </a:br>
          <a:r>
            <a:rPr lang="en-US" sz="1600" kern="1200" dirty="0">
              <a:solidFill>
                <a:schemeClr val="bg1"/>
              </a:solidFill>
            </a:rPr>
            <a:t>Lorem ipsum </a:t>
          </a:r>
          <a:r>
            <a:rPr lang="en-US" sz="1600" kern="1200" noProof="1">
              <a:solidFill>
                <a:schemeClr val="bg1"/>
              </a:solidFill>
            </a:rPr>
            <a:t>dolor sit amet, consectetur adipiscing elit. Etiam aliquet eu mi quis lacinia. Ut fermentum a magna ut eleifend. Integer convallis suscipit ante eu varius. </a:t>
          </a:r>
        </a:p>
      </dsp:txBody>
      <dsp:txXfrm>
        <a:off x="0" y="1653508"/>
        <a:ext cx="3286125" cy="2610802"/>
      </dsp:txXfrm>
    </dsp:sp>
    <dsp:sp modelId="{8157E768-0524-44F1-8F00-7DF53576D2D6}">
      <dsp:nvSpPr>
        <dsp:cNvPr id="0" name=""/>
        <dsp:cNvSpPr/>
      </dsp:nvSpPr>
      <dsp:spPr>
        <a:xfrm>
          <a:off x="990361" y="435133"/>
          <a:ext cx="1305401" cy="1305401"/>
        </a:xfrm>
        <a:prstGeom prst="rect">
          <a:avLst/>
        </a:prstGeom>
        <a:gradFill rotWithShape="0">
          <a:gsLst>
            <a:gs pos="0">
              <a:srgbClr val="000000">
                <a:lumMod val="75000"/>
                <a:lumOff val="25000"/>
              </a:srgbClr>
            </a:gs>
            <a:gs pos="15929">
              <a:srgbClr val="000000">
                <a:lumMod val="85000"/>
                <a:lumOff val="15000"/>
              </a:srgbClr>
            </a:gs>
            <a:gs pos="97000">
              <a:srgbClr val="000000">
                <a:lumMod val="85000"/>
                <a:lumOff val="15000"/>
              </a:srgbClr>
            </a:gs>
            <a:gs pos="100000">
              <a:srgbClr val="17B2D1">
                <a:lumMod val="75000"/>
              </a:srgbClr>
            </a:gs>
          </a:gsLst>
          <a:lin ang="10800000" scaled="0"/>
        </a:gradFill>
        <a:ln w="12700" cap="flat" cmpd="sng" algn="ctr">
          <a:no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01774" tIns="12700" rIns="101774" bIns="12700" numCol="1" spcCol="1270" anchor="ctr" anchorCtr="0">
          <a:noAutofit/>
        </a:bodyPr>
        <a:lstStyle/>
        <a:p>
          <a:pPr marL="0" lvl="0" indent="0" algn="ctr" defTabSz="2133600">
            <a:lnSpc>
              <a:spcPct val="90000"/>
            </a:lnSpc>
            <a:spcBef>
              <a:spcPct val="0"/>
            </a:spcBef>
            <a:spcAft>
              <a:spcPct val="35000"/>
            </a:spcAft>
            <a:buNone/>
          </a:pPr>
          <a:endParaRPr lang="en-US" sz="4800" kern="1200" dirty="0"/>
        </a:p>
      </dsp:txBody>
      <dsp:txXfrm>
        <a:off x="990361" y="435133"/>
        <a:ext cx="1305401" cy="1305401"/>
      </dsp:txXfrm>
    </dsp:sp>
    <dsp:sp modelId="{676D607A-85D2-4EAF-B264-A9D94B61A4FF}">
      <dsp:nvSpPr>
        <dsp:cNvPr id="0" name=""/>
        <dsp:cNvSpPr/>
      </dsp:nvSpPr>
      <dsp:spPr>
        <a:xfrm>
          <a:off x="0" y="4351266"/>
          <a:ext cx="3286125" cy="72"/>
        </a:xfrm>
        <a:prstGeom prst="rect">
          <a:avLst/>
        </a:prstGeom>
        <a:solidFill>
          <a:schemeClr val="accent3">
            <a:hueOff val="0"/>
            <a:satOff val="0"/>
            <a:lumOff val="0"/>
            <a:alphaOff val="0"/>
          </a:schemeClr>
        </a:solidFill>
        <a:ln w="12700" cap="flat" cmpd="sng" algn="ctr">
          <a:solidFill>
            <a:schemeClr val="accent3">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AE95CEBE-1AD7-41D4-9CEE-5BA77CA8C01E}">
      <dsp:nvSpPr>
        <dsp:cNvPr id="0" name=""/>
        <dsp:cNvSpPr/>
      </dsp:nvSpPr>
      <dsp:spPr>
        <a:xfrm>
          <a:off x="3614737" y="0"/>
          <a:ext cx="3286125" cy="4351338"/>
        </a:xfrm>
        <a:prstGeom prst="rect">
          <a:avLst/>
        </a:prstGeom>
        <a:gradFill rotWithShape="0">
          <a:gsLst>
            <a:gs pos="1000">
              <a:srgbClr val="000000">
                <a:lumMod val="85000"/>
                <a:lumOff val="15000"/>
              </a:srgbClr>
            </a:gs>
            <a:gs pos="100000">
              <a:srgbClr val="17B2D1">
                <a:lumMod val="50000"/>
              </a:srgbClr>
            </a:gs>
          </a:gsLst>
          <a:lin ang="12600000" scaled="0"/>
        </a:gradFill>
        <a:ln w="12700" cap="flat" cmpd="sng" algn="ctr">
          <a:no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256199" tIns="330200" rIns="256199" bIns="330200" numCol="1" spcCol="1270" anchor="t" anchorCtr="0">
          <a:noAutofit/>
        </a:bodyPr>
        <a:lstStyle/>
        <a:p>
          <a:pPr marL="0" lvl="0" indent="0" algn="l" defTabSz="711200">
            <a:lnSpc>
              <a:spcPct val="90000"/>
            </a:lnSpc>
            <a:spcBef>
              <a:spcPct val="0"/>
            </a:spcBef>
            <a:spcAft>
              <a:spcPct val="35000"/>
            </a:spcAft>
            <a:buNone/>
          </a:pPr>
          <a:r>
            <a:rPr lang="en-US" sz="2000" kern="1200" dirty="0">
              <a:solidFill>
                <a:srgbClr val="FFFFFF"/>
              </a:solidFill>
              <a:latin typeface="Calibri"/>
              <a:ea typeface="+mn-ea"/>
              <a:cs typeface="+mn-cs"/>
            </a:rPr>
            <a:t>Road. </a:t>
          </a:r>
          <a:br>
            <a:rPr lang="en-US" sz="1600" kern="1200" dirty="0">
              <a:solidFill>
                <a:srgbClr val="FFFFFF"/>
              </a:solidFill>
              <a:latin typeface="Calibri"/>
              <a:ea typeface="+mn-ea"/>
              <a:cs typeface="+mn-cs"/>
            </a:rPr>
          </a:br>
          <a:r>
            <a:rPr lang="en-US" sz="1600" kern="1200" dirty="0">
              <a:solidFill>
                <a:srgbClr val="FFFFFF"/>
              </a:solidFill>
              <a:latin typeface="Calibri"/>
              <a:ea typeface="+mn-ea"/>
              <a:cs typeface="+mn-cs"/>
            </a:rPr>
            <a:t>Lorem ipsum </a:t>
          </a:r>
          <a:r>
            <a:rPr lang="en-US" sz="1600" kern="1200" noProof="1">
              <a:solidFill>
                <a:srgbClr val="FFFFFF"/>
              </a:solidFill>
              <a:latin typeface="Calibri"/>
              <a:ea typeface="+mn-ea"/>
              <a:cs typeface="+mn-cs"/>
            </a:rPr>
            <a:t>dolor sit amet, consectetur adipiscing elit. Etiam aliquet eu mi quis lacinia. </a:t>
          </a:r>
        </a:p>
        <a:p>
          <a:pPr marL="0" lvl="0" indent="0" algn="l" defTabSz="711200">
            <a:lnSpc>
              <a:spcPct val="90000"/>
            </a:lnSpc>
            <a:spcBef>
              <a:spcPct val="0"/>
            </a:spcBef>
            <a:spcAft>
              <a:spcPct val="35000"/>
            </a:spcAft>
            <a:buNone/>
          </a:pPr>
          <a:endParaRPr lang="en-US" sz="1600" kern="1200" dirty="0">
            <a:solidFill>
              <a:srgbClr val="FFFFFF"/>
            </a:solidFill>
            <a:latin typeface="Calibri"/>
            <a:ea typeface="+mn-ea"/>
            <a:cs typeface="+mn-cs"/>
          </a:endParaRPr>
        </a:p>
      </dsp:txBody>
      <dsp:txXfrm>
        <a:off x="3614737" y="1653508"/>
        <a:ext cx="3286125" cy="2610802"/>
      </dsp:txXfrm>
    </dsp:sp>
    <dsp:sp modelId="{AFA09309-0DCE-4477-82D3-AAF980A85A37}">
      <dsp:nvSpPr>
        <dsp:cNvPr id="0" name=""/>
        <dsp:cNvSpPr/>
      </dsp:nvSpPr>
      <dsp:spPr>
        <a:xfrm>
          <a:off x="4605099" y="435133"/>
          <a:ext cx="1305401" cy="1305401"/>
        </a:xfrm>
        <a:prstGeom prst="rect">
          <a:avLst/>
        </a:prstGeom>
        <a:gradFill rotWithShape="0">
          <a:gsLst>
            <a:gs pos="0">
              <a:srgbClr val="000000">
                <a:lumMod val="75000"/>
                <a:lumOff val="25000"/>
              </a:srgbClr>
            </a:gs>
            <a:gs pos="15929">
              <a:srgbClr val="000000">
                <a:lumMod val="85000"/>
                <a:lumOff val="15000"/>
              </a:srgbClr>
            </a:gs>
            <a:gs pos="97000">
              <a:srgbClr val="000000">
                <a:lumMod val="85000"/>
                <a:lumOff val="15000"/>
              </a:srgbClr>
            </a:gs>
            <a:gs pos="100000">
              <a:srgbClr val="17B2D1">
                <a:lumMod val="75000"/>
              </a:srgbClr>
            </a:gs>
          </a:gsLst>
          <a:lin ang="10800000" scaled="0"/>
        </a:gradFill>
        <a:ln w="12700" cap="flat" cmpd="sng" algn="ctr">
          <a:no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01774" tIns="12700" rIns="101774" bIns="12700" numCol="1" spcCol="1270" anchor="ctr" anchorCtr="0">
          <a:noAutofit/>
        </a:bodyPr>
        <a:lstStyle/>
        <a:p>
          <a:pPr marL="0" lvl="0" indent="0" algn="ctr" defTabSz="2133600">
            <a:lnSpc>
              <a:spcPct val="90000"/>
            </a:lnSpc>
            <a:spcBef>
              <a:spcPct val="0"/>
            </a:spcBef>
            <a:spcAft>
              <a:spcPct val="35000"/>
            </a:spcAft>
            <a:buNone/>
          </a:pPr>
          <a:endParaRPr lang="en-US" sz="4800" kern="1200" dirty="0"/>
        </a:p>
      </dsp:txBody>
      <dsp:txXfrm>
        <a:off x="4605099" y="435133"/>
        <a:ext cx="1305401" cy="1305401"/>
      </dsp:txXfrm>
    </dsp:sp>
    <dsp:sp modelId="{70685E0F-5EC9-4D84-80D5-F2F78DC3CFFC}">
      <dsp:nvSpPr>
        <dsp:cNvPr id="0" name=""/>
        <dsp:cNvSpPr/>
      </dsp:nvSpPr>
      <dsp:spPr>
        <a:xfrm>
          <a:off x="3614737" y="4351266"/>
          <a:ext cx="3286125" cy="72"/>
        </a:xfrm>
        <a:prstGeom prst="rect">
          <a:avLst/>
        </a:prstGeom>
        <a:solidFill>
          <a:schemeClr val="accent5">
            <a:hueOff val="0"/>
            <a:satOff val="0"/>
            <a:lumOff val="0"/>
            <a:alphaOff val="0"/>
          </a:schemeClr>
        </a:solidFill>
        <a:ln w="12700" cap="flat" cmpd="sng" algn="ctr">
          <a:solidFill>
            <a:schemeClr val="accent5">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3AF3868F-681F-4EF9-8B83-F3B0F354A4C4}">
      <dsp:nvSpPr>
        <dsp:cNvPr id="0" name=""/>
        <dsp:cNvSpPr/>
      </dsp:nvSpPr>
      <dsp:spPr>
        <a:xfrm>
          <a:off x="7229475" y="0"/>
          <a:ext cx="3286125" cy="4351338"/>
        </a:xfrm>
        <a:prstGeom prst="rect">
          <a:avLst/>
        </a:prstGeom>
        <a:gradFill rotWithShape="0">
          <a:gsLst>
            <a:gs pos="1000">
              <a:srgbClr val="000000">
                <a:lumMod val="85000"/>
                <a:lumOff val="15000"/>
              </a:srgbClr>
            </a:gs>
            <a:gs pos="100000">
              <a:srgbClr val="17B2D1">
                <a:lumMod val="50000"/>
              </a:srgbClr>
            </a:gs>
          </a:gsLst>
          <a:lin ang="12600000" scaled="0"/>
        </a:gradFill>
        <a:ln w="12700" cap="flat" cmpd="sng" algn="ctr">
          <a:no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256199" tIns="330200" rIns="256199" bIns="330200" numCol="1" spcCol="1270" anchor="t" anchorCtr="0">
          <a:noAutofit/>
        </a:bodyPr>
        <a:lstStyle/>
        <a:p>
          <a:pPr marL="0" lvl="0" indent="0" algn="l" defTabSz="711200">
            <a:lnSpc>
              <a:spcPct val="90000"/>
            </a:lnSpc>
            <a:spcBef>
              <a:spcPct val="0"/>
            </a:spcBef>
            <a:spcAft>
              <a:spcPct val="35000"/>
            </a:spcAft>
            <a:buNone/>
          </a:pPr>
          <a:r>
            <a:rPr lang="en-US" sz="2000" kern="1200" dirty="0">
              <a:solidFill>
                <a:srgbClr val="FFFFFF"/>
              </a:solidFill>
              <a:latin typeface="Calibri"/>
              <a:ea typeface="+mn-ea"/>
              <a:cs typeface="+mn-cs"/>
            </a:rPr>
            <a:t>Mountain. </a:t>
          </a:r>
          <a:br>
            <a:rPr lang="en-US" sz="1600" kern="1200" dirty="0">
              <a:solidFill>
                <a:srgbClr val="FFFFFF"/>
              </a:solidFill>
              <a:latin typeface="Calibri"/>
              <a:ea typeface="+mn-ea"/>
              <a:cs typeface="+mn-cs"/>
            </a:rPr>
          </a:br>
          <a:r>
            <a:rPr lang="en-US" sz="1600" kern="1200" dirty="0">
              <a:solidFill>
                <a:srgbClr val="FFFFFF"/>
              </a:solidFill>
              <a:latin typeface="Calibri"/>
              <a:ea typeface="+mn-ea"/>
              <a:cs typeface="+mn-cs"/>
            </a:rPr>
            <a:t>Lorem ipsum </a:t>
          </a:r>
          <a:r>
            <a:rPr lang="en-US" sz="1600" kern="1200" noProof="1">
              <a:solidFill>
                <a:srgbClr val="FFFFFF"/>
              </a:solidFill>
              <a:latin typeface="Calibri"/>
              <a:ea typeface="+mn-ea"/>
              <a:cs typeface="+mn-cs"/>
            </a:rPr>
            <a:t>dolor sit amet, consectetur adipiscing elit. Etiam aliquet eu mi quis lacinia. Integer convallis suscipit ante eu varius. </a:t>
          </a:r>
        </a:p>
        <a:p>
          <a:pPr marL="0" lvl="0" indent="0" algn="l" defTabSz="711200">
            <a:lnSpc>
              <a:spcPct val="90000"/>
            </a:lnSpc>
            <a:spcBef>
              <a:spcPct val="0"/>
            </a:spcBef>
            <a:spcAft>
              <a:spcPct val="35000"/>
            </a:spcAft>
            <a:buNone/>
          </a:pPr>
          <a:endParaRPr lang="en-US" sz="1600" kern="1200" dirty="0">
            <a:solidFill>
              <a:srgbClr val="FFFFFF"/>
            </a:solidFill>
            <a:latin typeface="Calibri"/>
            <a:ea typeface="+mn-ea"/>
            <a:cs typeface="+mn-cs"/>
          </a:endParaRPr>
        </a:p>
      </dsp:txBody>
      <dsp:txXfrm>
        <a:off x="7229475" y="1653508"/>
        <a:ext cx="3286125" cy="2610802"/>
      </dsp:txXfrm>
    </dsp:sp>
    <dsp:sp modelId="{9718E67E-2C8C-4093-AB5F-E3BEFAAEA31B}">
      <dsp:nvSpPr>
        <dsp:cNvPr id="0" name=""/>
        <dsp:cNvSpPr/>
      </dsp:nvSpPr>
      <dsp:spPr>
        <a:xfrm>
          <a:off x="8219836" y="435133"/>
          <a:ext cx="1305401" cy="1305401"/>
        </a:xfrm>
        <a:prstGeom prst="rect">
          <a:avLst/>
        </a:prstGeom>
        <a:gradFill rotWithShape="0">
          <a:gsLst>
            <a:gs pos="0">
              <a:srgbClr val="000000">
                <a:lumMod val="75000"/>
                <a:lumOff val="25000"/>
              </a:srgbClr>
            </a:gs>
            <a:gs pos="15929">
              <a:srgbClr val="000000">
                <a:lumMod val="85000"/>
                <a:lumOff val="15000"/>
              </a:srgbClr>
            </a:gs>
            <a:gs pos="97000">
              <a:srgbClr val="000000">
                <a:lumMod val="85000"/>
                <a:lumOff val="15000"/>
              </a:srgbClr>
            </a:gs>
            <a:gs pos="100000">
              <a:srgbClr val="17B2D1">
                <a:lumMod val="75000"/>
              </a:srgbClr>
            </a:gs>
          </a:gsLst>
          <a:lin ang="10800000" scaled="0"/>
        </a:gradFill>
        <a:ln w="12700" cap="flat" cmpd="sng" algn="ctr">
          <a:no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01774" tIns="12700" rIns="101774" bIns="12700" numCol="1" spcCol="1270" anchor="ctr" anchorCtr="0">
          <a:noAutofit/>
        </a:bodyPr>
        <a:lstStyle/>
        <a:p>
          <a:pPr marL="0" lvl="0" indent="0" algn="ctr" defTabSz="2133600">
            <a:lnSpc>
              <a:spcPct val="90000"/>
            </a:lnSpc>
            <a:spcBef>
              <a:spcPct val="0"/>
            </a:spcBef>
            <a:spcAft>
              <a:spcPct val="35000"/>
            </a:spcAft>
            <a:buNone/>
          </a:pPr>
          <a:endParaRPr lang="en-US" sz="4800" kern="1200" dirty="0"/>
        </a:p>
      </dsp:txBody>
      <dsp:txXfrm>
        <a:off x="8219836" y="435133"/>
        <a:ext cx="1305401" cy="1305401"/>
      </dsp:txXfrm>
    </dsp:sp>
    <dsp:sp modelId="{13CAC05E-7817-4F00-94BF-9DC0F20DF1D8}">
      <dsp:nvSpPr>
        <dsp:cNvPr id="0" name=""/>
        <dsp:cNvSpPr/>
      </dsp:nvSpPr>
      <dsp:spPr>
        <a:xfrm>
          <a:off x="7229475" y="4351266"/>
          <a:ext cx="3286125" cy="72"/>
        </a:xfrm>
        <a:prstGeom prst="rect">
          <a:avLst/>
        </a:prstGeom>
        <a:solidFill>
          <a:schemeClr val="accent2">
            <a:hueOff val="0"/>
            <a:satOff val="0"/>
            <a:lumOff val="0"/>
            <a:alphaOff val="0"/>
          </a:schemeClr>
        </a:solidFill>
        <a:ln w="12700" cap="flat" cmpd="sng" algn="ctr">
          <a:solidFill>
            <a:schemeClr val="accent2">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Tree>
</dsp:drawing>
</file>

<file path=ppt/diagrams/layout1.xml><?xml version="1.0" encoding="utf-8"?>
<dgm:layoutDef xmlns:dgm="http://schemas.openxmlformats.org/drawingml/2006/diagram" xmlns:a="http://schemas.openxmlformats.org/drawingml/2006/main" uniqueId="urn:microsoft.com/office/officeart/2018/2/layout/IconVerticalSolidList">
  <dgm:title val="Icon Vertical Solid List"/>
  <dgm:desc val="Use to show a series of visuals from top to bottom with Level 1 or Level 1 and Level 2 text grouped in a shape. Works best with icons or small pictures with lengthier descriptions."/>
  <dgm:catLst>
    <dgm:cat type="icon" pri="500"/>
  </dgm:catLst>
  <dgm:sampData useDef="1">
    <dgm:dataModel>
      <dgm:ptLst/>
      <dgm:bg/>
      <dgm:whole/>
    </dgm:dataModel>
  </dgm:sampData>
  <dgm:styleData useDef="1">
    <dgm:dataModel>
      <dgm:ptLst/>
      <dgm:bg/>
      <dgm:whole/>
    </dgm:dataModel>
  </dgm:styleData>
  <dgm:clrData useDef="1">
    <dgm:dataModel>
      <dgm:ptLst/>
      <dgm:bg/>
      <dgm:whole/>
    </dgm:dataModel>
  </dgm:clrData>
  <dgm:layoutNode name="root">
    <dgm:varLst>
      <dgm:dir/>
      <dgm:resizeHandles val="exact"/>
    </dgm:varLst>
    <dgm:choose name="Name0">
      <dgm:if name="Name1" axis="self" func="var" arg="dir" op="equ" val="norm">
        <dgm:alg type="lin">
          <dgm:param type="linDir" val="fromT"/>
          <dgm:param type="nodeHorzAlign" val="l"/>
        </dgm:alg>
      </dgm:if>
      <dgm:else name="Name2">
        <dgm:alg type="lin">
          <dgm:param type="linDir" val="fromT"/>
          <dgm:param type="nodeHorzAlign" val="r"/>
        </dgm:alg>
      </dgm:else>
    </dgm:choose>
    <dgm:shape xmlns:r="http://schemas.openxmlformats.org/officeDocument/2006/relationships" r:blip="">
      <dgm:adjLst/>
    </dgm:shape>
    <dgm:presOf/>
    <dgm:choose name="Name3">
      <dgm:if name="Name4" axis="ch" ptType="node" func="cnt" op="lte" val="3">
        <dgm:constrLst>
          <dgm:constr type="h" for="ch" forName="compNode" refType="h" fact="0.3"/>
          <dgm:constr type="w" for="ch" forName="compNode" refType="w"/>
          <dgm:constr type="h" for="ch" forName="sibTrans" refType="h" refFor="ch" refForName="compNode" fact="0.25"/>
          <dgm:constr type="primFontSz" for="des" forName="parTx" val="25"/>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if>
      <dgm:if name="Name5" axis="ch" ptType="node" func="cnt" op="lte" val="4">
        <dgm:constrLst>
          <dgm:constr type="h" for="ch" forName="compNode" refType="h" fact="0.3"/>
          <dgm:constr type="w" for="ch" forName="compNode" refType="w"/>
          <dgm:constr type="h" for="ch" forName="sibTrans" refType="h" refFor="ch" refForName="compNode" fact="0.25"/>
          <dgm:constr type="primFontSz" for="des" forName="parTx" val="22"/>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if>
      <dgm:if name="Name6" axis="ch" ptType="node" func="cnt" op="lte" val="6">
        <dgm:constrLst>
          <dgm:constr type="h" for="ch" forName="compNode" refType="h" fact="0.3"/>
          <dgm:constr type="w" for="ch" forName="compNode" refType="w"/>
          <dgm:constr type="h" for="ch" forName="sibTrans" refType="h" refFor="ch" refForName="compNode" fact="0.25"/>
          <dgm:constr type="primFontSz" for="des" forName="parTx" val="19"/>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if>
      <dgm:else name="Name7">
        <dgm:constrLst>
          <dgm:constr type="h" for="ch" forName="compNode" refType="h" fact="0.3"/>
          <dgm:constr type="w" for="ch" forName="compNode" refType="w"/>
          <dgm:constr type="h" for="ch" forName="sibTrans" refType="h" refFor="ch" refForName="compNode" fact="0.25"/>
          <dgm:constr type="primFontSz" for="des" forName="parTx" val="16"/>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else>
    </dgm:choose>
    <dgm:ruleLst>
      <dgm:rule type="h" for="ch" forName="compNode" val="0" fact="NaN" max="NaN"/>
    </dgm:ruleLst>
    <dgm:forEach name="Name8" axis="ch" ptType="node">
      <dgm:layoutNode name="compNode">
        <dgm:alg type="composite"/>
        <dgm:shape xmlns:r="http://schemas.openxmlformats.org/officeDocument/2006/relationships" r:blip="">
          <dgm:adjLst/>
        </dgm:shape>
        <dgm:presOf axis="self"/>
        <dgm:choose name="Name9">
          <dgm:if name="Name10" axis="ch" ptType="node" func="cnt" op="gte" val="1">
            <dgm:constrLst>
              <dgm:constr type="w" for="ch" forName="bgRect" refType="w"/>
              <dgm:constr type="h" for="ch" forName="bgRect" refType="h"/>
              <dgm:constr type="l" for="ch" forName="bgRect"/>
              <dgm:constr type="t" for="ch" forName="bgRect"/>
              <dgm:constr type="h" for="ch" forName="iconRect" refType="h" fact="0.55"/>
              <dgm:constr type="w" for="ch" forName="iconRect" refType="h" refFor="ch" refForName="iconRect"/>
              <dgm:constr type="l" for="ch" forName="iconRect" refType="h" refFor="ch" refForName="iconRect" fact="0.55"/>
              <dgm:constr type="ctrY" for="ch" forName="iconRect" refType="ctrY" refFor="ch" refForName="bgRect"/>
              <dgm:constr type="w" for="ch" forName="spaceRect" refType="l" refFor="ch" refForName="iconRect"/>
              <dgm:constr type="h" for="ch" forName="spaceRect" refType="h"/>
              <dgm:constr type="l" for="ch" forName="spaceRect" refType="r" refFor="ch" refForName="iconRect"/>
              <dgm:constr type="t" for="ch" forName="spaceRect"/>
              <dgm:constr type="w" for="ch" forName="parTx" refType="w" fact="0.45"/>
              <dgm:constr type="h" for="ch" forName="parTx" refType="h"/>
              <dgm:constr type="l" for="ch" forName="parTx" refType="r" refFor="ch" refForName="spaceRect"/>
              <dgm:constr type="t" for="ch" forName="parTx"/>
              <dgm:constr type="h" for="ch" forName="desTx" refType="h"/>
              <dgm:constr type="l" for="ch" forName="desTx" refType="r" refFor="ch" refForName="parTx"/>
              <dgm:constr type="t" for="ch" forName="desTx"/>
            </dgm:constrLst>
          </dgm:if>
          <dgm:else name="Name11">
            <dgm:constrLst>
              <dgm:constr type="w" for="ch" forName="bgRect" refType="w"/>
              <dgm:constr type="h" for="ch" forName="bgRect" refType="h"/>
              <dgm:constr type="l" for="ch" forName="bgRect"/>
              <dgm:constr type="t" for="ch" forName="bgRect"/>
              <dgm:constr type="h" for="ch" forName="iconRect" refType="h" fact="0.55"/>
              <dgm:constr type="w" for="ch" forName="iconRect" refType="h" refFor="ch" refForName="iconRect"/>
              <dgm:constr type="l" for="ch" forName="iconRect" refType="h" refFor="ch" refForName="iconRect" fact="0.55"/>
              <dgm:constr type="ctrY" for="ch" forName="iconRect" refType="ctrY" refFor="ch" refForName="bgRect"/>
              <dgm:constr type="w" for="ch" forName="spaceRect" refType="l" refFor="ch" refForName="iconRect"/>
              <dgm:constr type="h" for="ch" forName="spaceRect" refType="h"/>
              <dgm:constr type="l" for="ch" forName="spaceRect" refType="r" refFor="ch" refForName="iconRect"/>
              <dgm:constr type="t" for="ch" forName="spaceRect"/>
              <dgm:constr type="h" for="ch" forName="parTx" refType="h"/>
              <dgm:constr type="l" for="ch" forName="parTx" refType="r" refFor="ch" refForName="spaceRect"/>
              <dgm:constr type="t" for="ch" forName="parTx"/>
            </dgm:constrLst>
          </dgm:else>
        </dgm:choose>
        <dgm:ruleLst>
          <dgm:rule type="h" val="INF" fact="NaN" max="NaN"/>
        </dgm:ruleLst>
        <dgm:layoutNode name="bgRect" styleLbl="bgShp">
          <dgm:alg type="sp"/>
          <dgm:shape xmlns:r="http://schemas.openxmlformats.org/officeDocument/2006/relationships" type="roundRect" r:blip="">
            <dgm:adjLst>
              <dgm:adj idx="1" val="0.1"/>
            </dgm:adjLst>
          </dgm:shape>
          <dgm:presOf/>
          <dgm:constrLst/>
          <dgm:ruleLst/>
        </dgm:layoutNode>
        <dgm:layoutNode name="iconRect" styleLbl="node1">
          <dgm:alg type="sp"/>
          <dgm:shape xmlns:r="http://schemas.openxmlformats.org/officeDocument/2006/relationships" type="rect" r:blip="" blipPhldr="1">
            <dgm:adjLst/>
          </dgm:shape>
          <dgm:presOf/>
          <dgm:constrLst/>
          <dgm:ruleLst/>
        </dgm:layoutNode>
        <dgm:layoutNode name="spaceRect">
          <dgm:alg type="sp"/>
          <dgm:shape xmlns:r="http://schemas.openxmlformats.org/officeDocument/2006/relationships" r:blip="">
            <dgm:adjLst/>
          </dgm:shape>
          <dgm:presOf/>
          <dgm:constrLst/>
          <dgm:ruleLst/>
        </dgm:layoutNode>
        <dgm:layoutNode name="parTx" styleLbl="revTx">
          <dgm:varLst>
            <dgm:chMax val="0"/>
            <dgm:chPref val="0"/>
          </dgm:varLst>
          <dgm:alg type="tx">
            <dgm:param type="txAnchorVert" val="mid"/>
            <dgm:param type="parTxLTRAlign" val="l"/>
            <dgm:param type="shpTxLTRAlignCh" val="l"/>
            <dgm:param type="parTxRTLAlign" val="r"/>
            <dgm:param type="shpTxRTLAlignCh" val="r"/>
          </dgm:alg>
          <dgm:shape xmlns:r="http://schemas.openxmlformats.org/officeDocument/2006/relationships" type="rect" r:blip="">
            <dgm:adjLst/>
          </dgm:shape>
          <dgm:presOf axis="self" ptType="node"/>
          <dgm:constrLst>
            <dgm:constr type="lMarg" refType="h" fact="0.3"/>
            <dgm:constr type="rMarg" refType="h" fact="0.3"/>
            <dgm:constr type="tMarg" refType="h" fact="0.3"/>
            <dgm:constr type="bMarg" refType="h" fact="0.3"/>
          </dgm:constrLst>
          <dgm:ruleLst>
            <dgm:rule type="primFontSz" val="14" fact="NaN" max="NaN"/>
            <dgm:rule type="h" val="INF" fact="NaN" max="NaN"/>
          </dgm:ruleLst>
        </dgm:layoutNode>
        <dgm:choose name="Name12">
          <dgm:if name="Name13" axis="ch" ptType="node" func="cnt" op="gte" val="1">
            <dgm:layoutNode name="desTx" styleLbl="revTx">
              <dgm:varLst/>
              <dgm:alg type="tx">
                <dgm:param type="txAnchorVertCh" val="mid"/>
                <dgm:param type="parTxLTRAlign" val="l"/>
                <dgm:param type="shpTxLTRAlignCh" val="l"/>
                <dgm:param type="parTxRTLAlign" val="r"/>
                <dgm:param type="shpTxRTLAlignCh" val="r"/>
                <dgm:param type="stBulletLvl" val="0"/>
              </dgm:alg>
              <dgm:shape xmlns:r="http://schemas.openxmlformats.org/officeDocument/2006/relationships" type="rect" r:blip="">
                <dgm:adjLst/>
              </dgm:shape>
              <dgm:presOf axis="des" ptType="node"/>
              <dgm:constrLst>
                <dgm:constr type="primFontSz" val="18"/>
                <dgm:constr type="secFontSz" refType="primFontSz"/>
                <dgm:constr type="lMarg" refType="h" fact="0.3"/>
                <dgm:constr type="rMarg" refType="h" fact="0.3"/>
                <dgm:constr type="tMarg" refType="h" fact="0.3"/>
                <dgm:constr type="bMarg" refType="h" fact="0.3"/>
              </dgm:constrLst>
              <dgm:ruleLst>
                <dgm:rule type="primFontSz" val="11" fact="NaN" max="NaN"/>
              </dgm:ruleLst>
            </dgm:layoutNode>
          </dgm:if>
          <dgm:else name="Name14"/>
        </dgm:choose>
      </dgm:layoutNode>
      <dgm:forEach name="Name15" axis="followSib" ptType="sibTrans" cnt="1">
        <dgm:layoutNode name="sibTrans">
          <dgm:alg type="sp"/>
          <dgm:shape xmlns:r="http://schemas.openxmlformats.org/officeDocument/2006/relationships" r:blip="">
            <dgm:adjLst/>
          </dgm:shape>
          <dgm:presOf axis="self"/>
          <dgm:constrLst/>
          <dgm:ruleLst/>
        </dgm:layoutNode>
      </dgm:forEach>
    </dgm:forEach>
  </dgm:layoutNode>
  <dgm:extLst>
    <a:ext uri="{68A01E43-0DF5-4B5B-8FA6-DAF915123BFB}">
      <dgm1612:lstStyle xmlns:dgm1612="http://schemas.microsoft.com/office/drawing/2016/12/diagram">
        <a:lvl1pPr>
          <a:lnSpc>
            <a:spcPct val="100000"/>
          </a:lnSpc>
        </a:lvl1pPr>
        <a:lvl2pPr>
          <a:lnSpc>
            <a:spcPct val="100000"/>
          </a:lnSpc>
        </a:lvl2pPr>
      </dgm1612:lstStyle>
    </a:ext>
  </dgm:extLst>
</dgm:layoutDef>
</file>

<file path=ppt/diagrams/layout2.xml><?xml version="1.0" encoding="utf-8"?>
<dgm:layoutDef xmlns:dgm="http://schemas.openxmlformats.org/drawingml/2006/diagram" xmlns:a="http://schemas.openxmlformats.org/drawingml/2006/main" uniqueId="urn:microsoft.com/office/officeart/2005/8/layout/list1">
  <dgm:title val=""/>
  <dgm:desc val=""/>
  <dgm:catLst>
    <dgm:cat type="list" pri="4000"/>
  </dgm:catLst>
  <dgm:sampData>
    <dgm:dataModel>
      <dgm:ptLst>
        <dgm:pt modelId="0" type="doc"/>
        <dgm:pt modelId="1">
          <dgm:prSet phldr="1"/>
        </dgm:pt>
        <dgm:pt modelId="2">
          <dgm:prSet phldr="1"/>
        </dgm:pt>
        <dgm:pt modelId="3">
          <dgm:prSet phldr="1"/>
        </dgm:pt>
      </dgm:ptLst>
      <dgm:cxnLst>
        <dgm:cxn modelId="4" srcId="0" destId="1" srcOrd="0" destOrd="0"/>
        <dgm:cxn modelId="5" srcId="0" destId="2" srcOrd="1" destOrd="0"/>
        <dgm:cxn modelId="6" srcId="0" destId="3" srcOrd="2" destOrd="0"/>
      </dgm:cxnLst>
      <dgm:bg/>
      <dgm:whole/>
    </dgm:dataModel>
  </dgm:sampData>
  <dgm:styleData>
    <dgm:dataModel>
      <dgm:ptLst>
        <dgm:pt modelId="0" type="doc"/>
        <dgm:pt modelId="1"/>
        <dgm:pt modelId="2"/>
      </dgm:ptLst>
      <dgm:cxnLst>
        <dgm:cxn modelId="4" srcId="0" destId="1" srcOrd="0" destOrd="0"/>
        <dgm:cxn modelId="5"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linear">
    <dgm:varLst>
      <dgm:dir/>
      <dgm:animLvl val="lvl"/>
      <dgm:resizeHandles val="exact"/>
    </dgm:varLst>
    <dgm:choose name="Name0">
      <dgm:if name="Name1" func="var" arg="dir" op="equ" val="norm">
        <dgm:alg type="lin">
          <dgm:param type="linDir" val="fromT"/>
          <dgm:param type="vertAlign" val="mid"/>
          <dgm:param type="horzAlign" val="l"/>
          <dgm:param type="nodeHorzAlign" val="l"/>
        </dgm:alg>
      </dgm:if>
      <dgm:else name="Name2">
        <dgm:alg type="lin">
          <dgm:param type="linDir" val="fromT"/>
          <dgm:param type="vertAlign" val="mid"/>
          <dgm:param type="horzAlign" val="r"/>
          <dgm:param type="nodeHorzAlign" val="r"/>
        </dgm:alg>
      </dgm:else>
    </dgm:choose>
    <dgm:shape xmlns:r="http://schemas.openxmlformats.org/officeDocument/2006/relationships" r:blip="">
      <dgm:adjLst/>
    </dgm:shape>
    <dgm:presOf/>
    <dgm:constrLst>
      <dgm:constr type="w" for="ch" forName="parentLin" refType="w"/>
      <dgm:constr type="h" for="ch" forName="parentLin" val="INF"/>
      <dgm:constr type="w" for="des" forName="parentLeftMargin" refType="w" fact="0.05"/>
      <dgm:constr type="w" for="des" forName="parentText" refType="w" fact="0.7"/>
      <dgm:constr type="h" for="des" forName="parentText" refType="primFontSz" refFor="des" refForName="parentText" fact="0.82"/>
      <dgm:constr type="h" for="ch" forName="negativeSpace" refType="primFontSz" refFor="des" refForName="parentText" fact="-0.41"/>
      <dgm:constr type="h" for="ch" forName="negativeSpace" refType="h" refFor="des" refForName="parentText" op="lte" fact="-0.82"/>
      <dgm:constr type="h" for="ch" forName="negativeSpace" refType="h" refFor="des" refForName="parentText" op="gte" fact="-0.82"/>
      <dgm:constr type="w" for="ch" forName="childText" refType="w"/>
      <dgm:constr type="h" for="ch" forName="childText" refType="primFontSz" refFor="des" refForName="parentText" fact="0.7"/>
      <dgm:constr type="primFontSz" for="des" forName="parentText" val="65"/>
      <dgm:constr type="primFontSz" for="ch" forName="childText" refType="primFontSz" refFor="des" refForName="parentText"/>
      <dgm:constr type="tMarg" for="ch" forName="childText" refType="primFontSz" refFor="des" refForName="parentText" fact="1.64"/>
      <dgm:constr type="tMarg" for="ch" forName="childText" refType="h" refFor="des" refForName="parentText" op="lte" fact="3.28"/>
      <dgm:constr type="tMarg" for="ch" forName="childText" refType="h" refFor="des" refForName="parentText" op="gte" fact="3.28"/>
      <dgm:constr type="lMarg" for="ch" forName="childText" refType="w" fact="0.22"/>
      <dgm:constr type="rMarg" for="ch" forName="childText" refType="lMarg" refFor="ch" refForName="childText"/>
      <dgm:constr type="lMarg" for="des" forName="parentText" refType="w" fact="0.075"/>
      <dgm:constr type="rMarg" for="des" forName="parentText" refType="lMarg" refFor="des" refForName="parentText"/>
      <dgm:constr type="h" for="ch" forName="spaceBetweenRectangles" refType="primFontSz" refFor="des" refForName="parentText" fact="0.15"/>
    </dgm:constrLst>
    <dgm:ruleLst>
      <dgm:rule type="primFontSz" for="des" forName="parentText" val="5" fact="NaN" max="NaN"/>
    </dgm:ruleLst>
    <dgm:forEach name="Name3" axis="ch" ptType="node">
      <dgm:layoutNode name="parentLin">
        <dgm:choose name="Name4">
          <dgm:if name="Name5" func="var" arg="dir" op="equ" val="norm">
            <dgm:alg type="lin">
              <dgm:param type="linDir" val="fromL"/>
              <dgm:param type="horzAlign" val="l"/>
              <dgm:param type="nodeHorzAlign" val="l"/>
            </dgm:alg>
          </dgm:if>
          <dgm:else name="Name6">
            <dgm:alg type="lin">
              <dgm:param type="linDir" val="fromR"/>
              <dgm:param type="horzAlign" val="r"/>
              <dgm:param type="nodeHorzAlign" val="r"/>
            </dgm:alg>
          </dgm:else>
        </dgm:choose>
        <dgm:shape xmlns:r="http://schemas.openxmlformats.org/officeDocument/2006/relationships" r:blip="">
          <dgm:adjLst/>
        </dgm:shape>
        <dgm:presOf/>
        <dgm:constrLst/>
        <dgm:ruleLst/>
        <dgm:layoutNode name="parentLeftMargin">
          <dgm:alg type="sp"/>
          <dgm:shape xmlns:r="http://schemas.openxmlformats.org/officeDocument/2006/relationships" type="rect" r:blip="" hideGeom="1">
            <dgm:adjLst/>
          </dgm:shape>
          <dgm:presOf axis="self"/>
          <dgm:constrLst>
            <dgm:constr type="h"/>
          </dgm:constrLst>
          <dgm:ruleLst/>
        </dgm:layoutNode>
        <dgm:layoutNode name="parentText" styleLbl="node1">
          <dgm:varLst>
            <dgm:chMax val="0"/>
            <dgm:bulletEnabled val="1"/>
          </dgm:varLst>
          <dgm:choose name="Name7">
            <dgm:if name="Name8" func="var" arg="dir" op="equ" val="norm">
              <dgm:alg type="tx">
                <dgm:param type="parTxLTRAlign" val="l"/>
                <dgm:param type="parTxRTLAlign" val="l"/>
              </dgm:alg>
            </dgm:if>
            <dgm:else name="Name9">
              <dgm:alg type="tx">
                <dgm:param type="parTxLTRAlign" val="r"/>
                <dgm:param type="parTxRTLAlign" val="r"/>
              </dgm:alg>
            </dgm:else>
          </dgm:choose>
          <dgm:shape xmlns:r="http://schemas.openxmlformats.org/officeDocument/2006/relationships" type="roundRect" r:blip="">
            <dgm:adjLst/>
          </dgm:shape>
          <dgm:presOf axis="self" ptType="node"/>
          <dgm:constrLst>
            <dgm:constr type="tMarg"/>
            <dgm:constr type="bMarg"/>
          </dgm:constrLst>
          <dgm:ruleLst/>
        </dgm:layoutNode>
      </dgm:layoutNode>
      <dgm:layoutNode name="negativeSpace">
        <dgm:alg type="sp"/>
        <dgm:shape xmlns:r="http://schemas.openxmlformats.org/officeDocument/2006/relationships" r:blip="">
          <dgm:adjLst/>
        </dgm:shape>
        <dgm:presOf/>
        <dgm:constrLst/>
        <dgm:ruleLst/>
      </dgm:layoutNode>
      <dgm:layoutNode name="childText" styleLbl="conFgAcc1">
        <dgm:varLst>
          <dgm:bulletEnabled val="1"/>
        </dgm:varLst>
        <dgm:alg type="tx">
          <dgm:param type="stBulletLvl" val="1"/>
        </dgm:alg>
        <dgm:shape xmlns:r="http://schemas.openxmlformats.org/officeDocument/2006/relationships" type="rect" r:blip="" zOrderOff="-2">
          <dgm:adjLst/>
        </dgm:shape>
        <dgm:presOf axis="des" ptType="node"/>
        <dgm:constrLst>
          <dgm:constr type="secFontSz" refType="primFontSz"/>
        </dgm:constrLst>
        <dgm:ruleLst>
          <dgm:rule type="h" val="INF" fact="NaN" max="NaN"/>
        </dgm:ruleLst>
      </dgm:layoutNode>
      <dgm:forEach name="Name10" axis="followSib" ptType="sibTrans" cnt="1">
        <dgm:layoutNode name="spaceBetweenRectangles">
          <dgm:alg type="sp"/>
          <dgm:shape xmlns:r="http://schemas.openxmlformats.org/officeDocument/2006/relationships" r:blip="">
            <dgm:adjLst/>
          </dgm:shape>
          <dgm:presOf/>
          <dgm:constrLst/>
          <dgm:ruleLst/>
        </dgm:layoutNode>
      </dgm:forEach>
    </dgm:forEach>
  </dgm:layoutNode>
</dgm:layoutDef>
</file>

<file path=ppt/diagrams/layout3.xml><?xml version="1.0" encoding="utf-8"?>
<dgm:layoutDef xmlns:dgm="http://schemas.openxmlformats.org/drawingml/2006/diagram" xmlns:a="http://schemas.openxmlformats.org/drawingml/2006/main" uniqueId="urn:microsoft.com/office/officeart/2016/7/layout/LinProcess3">
  <dgm:title val="Basic Linear Process"/>
  <dgm:desc val=""/>
  <dgm:catLst>
    <dgm:cat type="list" pri="500"/>
    <dgm:cat type="process" pri="500"/>
  </dgm:catLst>
  <dgm:sampData>
    <dgm:dataModel>
      <dgm:ptLst>
        <dgm:pt modelId="0" type="doc"/>
        <dgm:pt modelId="1">
          <dgm:prSet phldr="1"/>
        </dgm:pt>
        <dgm:pt modelId="11">
          <dgm:prSet phldr="1"/>
        </dgm:pt>
        <dgm:pt modelId="2">
          <dgm:prSet phldr="1"/>
        </dgm:pt>
        <dgm:pt modelId="21">
          <dgm:prSet phldr="1"/>
        </dgm:pt>
        <dgm:pt modelId="3">
          <dgm:prSet phldr="1"/>
        </dgm:pt>
        <dgm:pt modelId="31">
          <dgm:prSet phldr="1"/>
        </dgm:pt>
      </dgm:ptLst>
      <dgm:cxnLst>
        <dgm:cxn modelId="4" srcId="0" destId="1" srcOrd="0" destOrd="0"/>
        <dgm:cxn modelId="5" srcId="0" destId="2" srcOrd="1" destOrd="0"/>
        <dgm:cxn modelId="6" srcId="0" destId="3" srcOrd="2" destOrd="0"/>
        <dgm:cxn modelId="13" srcId="1" destId="11" srcOrd="0" destOrd="0"/>
        <dgm:cxn modelId="23" srcId="2" destId="21" srcOrd="0" destOrd="0"/>
        <dgm:cxn modelId="33" srcId="3" destId="31" srcOrd="0" destOrd="0"/>
      </dgm:cxnLst>
      <dgm:bg/>
      <dgm:whole/>
    </dgm:dataModel>
  </dgm:sampData>
  <dgm:styleData>
    <dgm:dataModel>
      <dgm:ptLst>
        <dgm:pt modelId="0" type="doc"/>
        <dgm:pt modelId="1"/>
        <dgm:pt modelId="11"/>
        <dgm:pt modelId="2"/>
        <dgm:pt modelId="21"/>
      </dgm:ptLst>
      <dgm:cxnLst>
        <dgm:cxn modelId="4" srcId="0" destId="1" srcOrd="0" destOrd="0"/>
        <dgm:cxn modelId="5" srcId="0" destId="2" srcOrd="1" destOrd="0"/>
        <dgm:cxn modelId="13" srcId="1" destId="11" srcOrd="0" destOrd="0"/>
        <dgm:cxn modelId="23" srcId="2" destId="21" srcOrd="0" destOrd="0"/>
      </dgm:cxnLst>
      <dgm:bg/>
      <dgm:whole/>
    </dgm:dataModel>
  </dgm:styleData>
  <dgm:clrData>
    <dgm:dataModel>
      <dgm:ptLst>
        <dgm:pt modelId="0" type="doc"/>
        <dgm:pt modelId="1"/>
        <dgm:pt modelId="11"/>
        <dgm:pt modelId="2"/>
        <dgm:pt modelId="21"/>
        <dgm:pt modelId="3"/>
        <dgm:pt modelId="31"/>
        <dgm:pt modelId="4"/>
        <dgm:pt modelId="41"/>
      </dgm:ptLst>
      <dgm:cxnLst>
        <dgm:cxn modelId="5" srcId="0" destId="1" srcOrd="0" destOrd="0"/>
        <dgm:cxn modelId="6" srcId="0" destId="2" srcOrd="1" destOrd="0"/>
        <dgm:cxn modelId="7" srcId="0" destId="3" srcOrd="2" destOrd="0"/>
        <dgm:cxn modelId="8" srcId="0" destId="4" srcOrd="3" destOrd="0"/>
        <dgm:cxn modelId="13" srcId="1" destId="11" srcOrd="0" destOrd="0"/>
        <dgm:cxn modelId="23" srcId="2" destId="21" srcOrd="0" destOrd="0"/>
        <dgm:cxn modelId="33" srcId="3" destId="31" srcOrd="0" destOrd="0"/>
        <dgm:cxn modelId="43" srcId="4" destId="41" srcOrd="0" destOrd="0"/>
      </dgm:cxnLst>
      <dgm:bg/>
      <dgm:whole/>
    </dgm:dataModel>
  </dgm:clrData>
  <dgm:layoutNode name="Name0">
    <dgm:varLst>
      <dgm:animLvl val="lvl"/>
      <dgm:resizeHandles val="exact"/>
    </dgm:varLst>
    <dgm:alg type="lin">
      <dgm:param type="linDir" val="fromL"/>
      <dgm:param type="nodeVertAlign" val="t"/>
    </dgm:alg>
    <dgm:shape xmlns:r="http://schemas.openxmlformats.org/officeDocument/2006/relationships" r:blip="">
      <dgm:adjLst/>
    </dgm:shape>
    <dgm:presOf/>
    <dgm:constrLst>
      <dgm:constr type="h" for="ch" forName="compositeNode" refType="h"/>
      <dgm:constr type="w" for="ch" forName="compositeNode" refType="w"/>
      <dgm:constr type="w" for="des" forName="simulatedConn" refType="w" refFor="ch" refForName="compositeNode" fact="0.15"/>
      <dgm:constr type="h" for="des" forName="simulatedConn" refType="w" refFor="des" refForName="simulatedConn"/>
      <dgm:constr type="h" for="des" forName="vSp1" refType="w" refFor="ch" refForName="compositeNode" fact="0.8"/>
      <dgm:constr type="h" for="des" forName="vSp2" refType="w" refFor="ch" refForName="compositeNode" fact="0.07"/>
      <dgm:constr type="w" for="ch" forName="vProcSp" refType="w" refFor="des" refForName="simulatedConn" op="equ"/>
      <dgm:constr type="h" for="ch" forName="vProcSp" refType="h" refFor="ch" refForName="compositeNode" op="equ"/>
      <dgm:constr type="w" for="ch" forName="sibTrans" refType="w" refFor="ch" refForName="compositeNode" fact="0.1"/>
      <dgm:constr type="primFontSz" for="des" forName="sibTransNodeCircle" op="equ"/>
      <dgm:constr type="primFontSz" for="des" forName="nodeText" op="equ"/>
      <dgm:constr type="h" for="des" forName="sibTransNodeCircle" op="equ"/>
      <dgm:constr type="w" for="des" forName="sibTransNodeCircle" op="equ"/>
    </dgm:constrLst>
    <dgm:ruleLst>
      <dgm:rule type="h" val="NaN" fact="1.2" max="NaN"/>
    </dgm:ruleLst>
    <dgm:forEach name="Name4" axis="ch" ptType="node">
      <dgm:layoutNode name="compositeNode">
        <dgm:varLst>
          <dgm:bulletEnabled val="1"/>
        </dgm:varLst>
        <dgm:alg type="composite"/>
        <dgm:constrLst>
          <dgm:constr type="h" refType="w" op="lte" fact="1.4"/>
          <dgm:constr type="w" for="ch" forName="bgRect" refType="w"/>
          <dgm:constr type="h" for="ch" forName="bgRect" refType="h"/>
          <dgm:constr type="t" for="ch" forName="bgRect"/>
          <dgm:constr type="l" for="ch" forName="bgRect"/>
          <dgm:constr type="h" for="ch" forName="sibTransNodeCircle" refType="h" refFor="ch" refForName="bgRect" fact="0.3"/>
          <dgm:constr type="w" for="ch" forName="sibTransNodeCircle" refType="h" refFor="ch" refForName="sibTransNodeCircle"/>
          <dgm:constr type="ctrX" for="ch" forName="sibTransNodeCircle" refType="w" fact="0.5"/>
          <dgm:constr type="ctrY" for="ch" forName="sibTransNodeCircle" refType="h" fact="0.25"/>
          <dgm:constr type="r" for="ch" forName="nodeText" refType="r" refFor="ch" refForName="bgRect"/>
          <dgm:constr type="h" for="ch" forName="nodeText" refType="h" refFor="ch" refForName="bgRect" fact="0.6"/>
          <dgm:constr type="t" for="ch" forName="nodeText" refType="h" refFor="ch" refForName="bgRect" fact="0.38"/>
          <dgm:constr type="b" for="ch" forName="bottomLine" refType="b" refFor="ch" refForName="bgRect"/>
          <dgm:constr type="w" for="ch" forName="bottomLine" refType="w" refFor="ch" refForName="bgRect"/>
          <dgm:constr type="h" for="ch" forName="bottomLine" val="0.002"/>
        </dgm:constrLst>
        <dgm:ruleLst/>
        <dgm:layoutNode name="bgRect" styleLbl="bgAccFollowNode1">
          <dgm:alg type="sp"/>
          <dgm:shape xmlns:r="http://schemas.openxmlformats.org/officeDocument/2006/relationships" type="rect" r:blip="">
            <dgm:adjLst/>
          </dgm:shape>
          <dgm:presOf axis="self"/>
          <dgm:constrLst/>
          <dgm:ruleLst/>
        </dgm:layoutNode>
        <dgm:forEach name="Name19" axis="followSib" ptType="sibTrans" hideLastTrans="0" cnt="1">
          <dgm:layoutNode name="sibTransNodeCircle" styleLbl="alignNode1">
            <dgm:varLst>
              <dgm:chMax val="0"/>
              <dgm:bulletEnabled/>
            </dgm:varLst>
            <dgm:presOf axis="self" ptType="sibTrans"/>
            <dgm:alg type="tx">
              <dgm:param type="txAnchorVert" val="mid"/>
              <dgm:param type="txAnchorHorzCh" val="ctr"/>
            </dgm:alg>
            <dgm:shape xmlns:r="http://schemas.openxmlformats.org/officeDocument/2006/relationships" type="ellipse" r:blip="">
              <dgm:adjLst/>
            </dgm:shape>
            <dgm:constrLst>
              <dgm:constr type="w" refType="h" op="lte"/>
              <dgm:constr type="primFontSz" val="48"/>
              <dgm:constr type="tMarg" val="1"/>
              <dgm:constr type="lMarg" refType="w" fact="0.221"/>
              <dgm:constr type="rMarg" refType="w" fact="0.221"/>
              <dgm:constr type="bMarg" val="1"/>
            </dgm:constrLst>
            <dgm:ruleLst>
              <dgm:rule type="primFontSz" val="14" fact="NaN" max="NaN"/>
            </dgm:ruleLst>
          </dgm:layoutNode>
        </dgm:forEach>
        <dgm:layoutNode name="bottomLine" styleLbl="alignNode1">
          <dgm:varLst/>
          <dgm:presOf/>
          <dgm:alg type="sp"/>
          <dgm:shape xmlns:r="http://schemas.openxmlformats.org/officeDocument/2006/relationships" type="rect" r:blip="">
            <dgm:adjLst/>
          </dgm:shape>
          <dgm:constrLst/>
          <dgm:ruleLst/>
        </dgm:layoutNode>
        <dgm:layoutNode name="nodeText" styleLbl="bgAccFollowNode1" moveWith="bgRect">
          <dgm:varLst>
            <dgm:bulletEnabled val="1"/>
          </dgm:varLst>
          <dgm:alg type="tx">
            <dgm:param type="parTxLTRAlign" val="l"/>
            <dgm:param type="parTxRTLAlign" val="r"/>
            <dgm:param type="txAnchorVert" val="t"/>
          </dgm:alg>
          <dgm:shape xmlns:r="http://schemas.openxmlformats.org/officeDocument/2006/relationships" type="rect" r:blip="" zOrderOff="-1" hideGeom="1">
            <dgm:adjLst/>
          </dgm:shape>
          <dgm:presOf axis="desOrSelf" ptType="node"/>
          <dgm:constrLst>
            <dgm:constr type="primFontSz" val="26"/>
            <dgm:constr type="tMarg" val="26"/>
            <dgm:constr type="lMarg" refType="w" fact="0.221"/>
            <dgm:constr type="rMarg" refType="w" fact="0.221"/>
            <dgm:constr type="bMarg" val="26"/>
          </dgm:constrLst>
          <dgm:ruleLst>
            <dgm:rule type="primFontSz" val="11" fact="NaN" max="NaN"/>
          </dgm:ruleLst>
        </dgm:layoutNode>
      </dgm:layoutNode>
      <dgm:forEach name="Name14" axis="followSib" ptType="sibTrans" cnt="1">
        <dgm:layoutNode name="sibTrans">
          <dgm:alg type="sp"/>
          <dgm:shape xmlns:r="http://schemas.openxmlformats.org/officeDocument/2006/relationships" r:blip="">
            <dgm:adjLst/>
          </dgm:shape>
          <dgm:presOf/>
          <dgm:constrLst/>
          <dgm:ruleLst/>
        </dgm:layoutNode>
      </dgm:forEach>
    </dgm:forEach>
  </dgm:layoutNode>
</dgm:layoutDef>
</file>

<file path=ppt/diagrams/quickStyle1.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2.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3.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a:extLst>
              <a:ext uri="{FF2B5EF4-FFF2-40B4-BE49-F238E27FC236}">
                <a16:creationId xmlns:a16="http://schemas.microsoft.com/office/drawing/2014/main" id="{2BC10188-DC2C-458D-AB41-143A0BE9A310}"/>
              </a:ext>
            </a:extLst>
          </p:cNvPr>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dirty="0"/>
          </a:p>
        </p:txBody>
      </p:sp>
      <p:sp>
        <p:nvSpPr>
          <p:cNvPr id="3" name="Date Placeholder 2">
            <a:extLst>
              <a:ext uri="{FF2B5EF4-FFF2-40B4-BE49-F238E27FC236}">
                <a16:creationId xmlns:a16="http://schemas.microsoft.com/office/drawing/2014/main" id="{C9634E15-7196-43FC-B912-C4D8B4A2CE79}"/>
              </a:ext>
            </a:extLst>
          </p:cNvPr>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a:defRPr sz="1200"/>
            </a:lvl1pPr>
          </a:lstStyle>
          <a:p>
            <a:fld id="{68416927-5E9C-4E77-85FE-EE4C81C1DE39}" type="datetimeFigureOut">
              <a:rPr lang="en-US" smtClean="0"/>
              <a:t>4/25/2026</a:t>
            </a:fld>
            <a:endParaRPr lang="en-US" dirty="0"/>
          </a:p>
        </p:txBody>
      </p:sp>
      <p:sp>
        <p:nvSpPr>
          <p:cNvPr id="4" name="Footer Placeholder 3">
            <a:extLst>
              <a:ext uri="{FF2B5EF4-FFF2-40B4-BE49-F238E27FC236}">
                <a16:creationId xmlns:a16="http://schemas.microsoft.com/office/drawing/2014/main" id="{89EA2570-D5B6-41CB-96C2-FFC9944668E5}"/>
              </a:ext>
            </a:extLst>
          </p:cNvPr>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dirty="0"/>
          </a:p>
        </p:txBody>
      </p:sp>
      <p:sp>
        <p:nvSpPr>
          <p:cNvPr id="5" name="Slide Number Placeholder 4">
            <a:extLst>
              <a:ext uri="{FF2B5EF4-FFF2-40B4-BE49-F238E27FC236}">
                <a16:creationId xmlns:a16="http://schemas.microsoft.com/office/drawing/2014/main" id="{15C31B37-7A69-4C30-9B63-29F8242FC246}"/>
              </a:ext>
            </a:extLst>
          </p:cNvPr>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r">
              <a:defRPr sz="1200"/>
            </a:lvl1pPr>
          </a:lstStyle>
          <a:p>
            <a:fld id="{D389B6C8-888A-401B-9F9B-D41D36B6C3E9}" type="slidenum">
              <a:rPr lang="en-US" smtClean="0"/>
              <a:t>‹#›</a:t>
            </a:fld>
            <a:endParaRPr lang="en-US" dirty="0"/>
          </a:p>
        </p:txBody>
      </p:sp>
    </p:spTree>
    <p:extLst>
      <p:ext uri="{BB962C8B-B14F-4D97-AF65-F5344CB8AC3E}">
        <p14:creationId xmlns:p14="http://schemas.microsoft.com/office/powerpoint/2010/main" val="2413100067"/>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dirty="0"/>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FA798B7E-6604-4F74-86DB-B30627D56244}" type="datetimeFigureOut">
              <a:rPr lang="en-US" smtClean="0"/>
              <a:t>4/25/2026</a:t>
            </a:fld>
            <a:endParaRPr lang="en-US" dirty="0"/>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dirty="0"/>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dirty="0"/>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D3F28A1F-3E69-47E5-AE93-E7F2155A242D}" type="slidenum">
              <a:rPr lang="en-US" smtClean="0"/>
              <a:t>‹#›</a:t>
            </a:fld>
            <a:endParaRPr lang="en-US" dirty="0"/>
          </a:p>
        </p:txBody>
      </p:sp>
    </p:spTree>
    <p:extLst>
      <p:ext uri="{BB962C8B-B14F-4D97-AF65-F5344CB8AC3E}">
        <p14:creationId xmlns:p14="http://schemas.microsoft.com/office/powerpoint/2010/main" val="2075933273"/>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themeOverride" Target="../theme/themeOverride1.xml"/><Relationship Id="rId2"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themeOverride" Target="../theme/themeOverride2.xml"/><Relationship Id="rId2"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5798B13-3B32-4354-B2B5-3165F2F6E65F}"/>
              </a:ext>
            </a:extLst>
          </p:cNvPr>
          <p:cNvSpPr>
            <a:spLocks noGrp="1"/>
          </p:cNvSpPr>
          <p:nvPr>
            <p:ph type="title"/>
          </p:nvPr>
        </p:nvSpPr>
        <p:spPr>
          <a:xfrm>
            <a:off x="7873611" y="1676409"/>
            <a:ext cx="3923999" cy="2436592"/>
          </a:xfrm>
        </p:spPr>
        <p:txBody>
          <a:bodyPr lIns="0" tIns="0" rIns="0" bIns="0" anchor="b">
            <a:noAutofit/>
          </a:bodyPr>
          <a:lstStyle>
            <a:lvl1pPr>
              <a:lnSpc>
                <a:spcPct val="70000"/>
              </a:lnSpc>
              <a:defRPr sz="7200" spc="-300"/>
            </a:lvl1pPr>
          </a:lstStyle>
          <a:p>
            <a:r>
              <a:rPr lang="en-US"/>
              <a:t>Click to edit Master title style</a:t>
            </a:r>
            <a:endParaRPr lang="en-US" dirty="0"/>
          </a:p>
        </p:txBody>
      </p:sp>
      <p:sp>
        <p:nvSpPr>
          <p:cNvPr id="4" name="Text Placeholder 3">
            <a:extLst>
              <a:ext uri="{FF2B5EF4-FFF2-40B4-BE49-F238E27FC236}">
                <a16:creationId xmlns:a16="http://schemas.microsoft.com/office/drawing/2014/main" id="{16BB88CF-DF4F-4857-8602-72BCF5DDCDA1}"/>
              </a:ext>
            </a:extLst>
          </p:cNvPr>
          <p:cNvSpPr>
            <a:spLocks noGrp="1"/>
          </p:cNvSpPr>
          <p:nvPr>
            <p:ph type="body" sz="half" idx="2" hasCustomPrompt="1"/>
          </p:nvPr>
        </p:nvSpPr>
        <p:spPr>
          <a:xfrm>
            <a:off x="7873612" y="4611901"/>
            <a:ext cx="3924000" cy="684000"/>
          </a:xfrm>
        </p:spPr>
        <p:txBody>
          <a:bodyPr lIns="0" tIns="0" rIns="0" bIns="0"/>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dirty="0"/>
              <a:t>CLICK TO EDIT MASTER TEXT STYLES</a:t>
            </a:r>
          </a:p>
        </p:txBody>
      </p:sp>
      <p:cxnSp>
        <p:nvCxnSpPr>
          <p:cNvPr id="12" name="Straight Connector 11">
            <a:extLst>
              <a:ext uri="{FF2B5EF4-FFF2-40B4-BE49-F238E27FC236}">
                <a16:creationId xmlns:a16="http://schemas.microsoft.com/office/drawing/2014/main" id="{A7EEBB7C-1679-4665-8688-1FA973E73DC1}"/>
              </a:ext>
            </a:extLst>
          </p:cNvPr>
          <p:cNvCxnSpPr/>
          <p:nvPr userDrawn="1"/>
        </p:nvCxnSpPr>
        <p:spPr>
          <a:xfrm>
            <a:off x="7874732" y="4373775"/>
            <a:ext cx="3924000" cy="0"/>
          </a:xfrm>
          <a:prstGeom prst="line">
            <a:avLst/>
          </a:prstGeom>
          <a:ln w="63500">
            <a:gradFill>
              <a:gsLst>
                <a:gs pos="0">
                  <a:schemeClr val="accent2"/>
                </a:gs>
                <a:gs pos="100000">
                  <a:schemeClr val="accent2">
                    <a:lumMod val="50000"/>
                  </a:schemeClr>
                </a:gs>
              </a:gsLst>
              <a:lin ang="0" scaled="0"/>
            </a:gradFill>
            <a:round/>
          </a:ln>
        </p:spPr>
        <p:style>
          <a:lnRef idx="1">
            <a:schemeClr val="accent1"/>
          </a:lnRef>
          <a:fillRef idx="0">
            <a:schemeClr val="accent1"/>
          </a:fillRef>
          <a:effectRef idx="0">
            <a:schemeClr val="accent1"/>
          </a:effectRef>
          <a:fontRef idx="minor">
            <a:schemeClr val="tx1"/>
          </a:fontRef>
        </p:style>
      </p:cxnSp>
      <p:sp>
        <p:nvSpPr>
          <p:cNvPr id="7" name="Rectangle 6">
            <a:extLst>
              <a:ext uri="{FF2B5EF4-FFF2-40B4-BE49-F238E27FC236}">
                <a16:creationId xmlns:a16="http://schemas.microsoft.com/office/drawing/2014/main" id="{F1E3214F-3A93-4A1C-920D-D86BE35A58FB}"/>
              </a:ext>
            </a:extLst>
          </p:cNvPr>
          <p:cNvSpPr/>
          <p:nvPr userDrawn="1"/>
        </p:nvSpPr>
        <p:spPr>
          <a:xfrm>
            <a:off x="0" y="1"/>
            <a:ext cx="7512000" cy="6721472"/>
          </a:xfrm>
          <a:prstGeom prst="rect">
            <a:avLst/>
          </a:prstGeom>
          <a:solidFill>
            <a:schemeClr val="tx1">
              <a:lumMod val="85000"/>
              <a:lumOff val="1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3" name="Slide Number Placeholder 2">
            <a:extLst>
              <a:ext uri="{FF2B5EF4-FFF2-40B4-BE49-F238E27FC236}">
                <a16:creationId xmlns:a16="http://schemas.microsoft.com/office/drawing/2014/main" id="{213E97E5-C83B-444A-8C07-35D699E7C342}"/>
              </a:ext>
            </a:extLst>
          </p:cNvPr>
          <p:cNvSpPr>
            <a:spLocks noGrp="1"/>
          </p:cNvSpPr>
          <p:nvPr>
            <p:ph type="sldNum" sz="quarter" idx="10"/>
          </p:nvPr>
        </p:nvSpPr>
        <p:spPr/>
        <p:txBody>
          <a:bodyPr/>
          <a:lstStyle/>
          <a:p>
            <a:r>
              <a:rPr lang="en-US" dirty="0"/>
              <a:t>PAGE </a:t>
            </a:r>
            <a:fld id="{4A9B5881-4007-4345-955A-79C2656F0C49}" type="slidenum">
              <a:rPr lang="en-US" smtClean="0"/>
              <a:pPr/>
              <a:t>‹#›</a:t>
            </a:fld>
            <a:endParaRPr lang="en-US" dirty="0"/>
          </a:p>
        </p:txBody>
      </p:sp>
    </p:spTree>
    <p:extLst>
      <p:ext uri="{BB962C8B-B14F-4D97-AF65-F5344CB8AC3E}">
        <p14:creationId xmlns:p14="http://schemas.microsoft.com/office/powerpoint/2010/main" val="2226532245"/>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5798B13-3B32-4354-B2B5-3165F2F6E65F}"/>
              </a:ext>
            </a:extLst>
          </p:cNvPr>
          <p:cNvSpPr>
            <a:spLocks noGrp="1"/>
          </p:cNvSpPr>
          <p:nvPr>
            <p:ph type="title"/>
          </p:nvPr>
        </p:nvSpPr>
        <p:spPr>
          <a:xfrm>
            <a:off x="7873611" y="1676409"/>
            <a:ext cx="3923999" cy="2436592"/>
          </a:xfrm>
        </p:spPr>
        <p:txBody>
          <a:bodyPr lIns="0" tIns="0" rIns="0" bIns="0" anchor="b">
            <a:noAutofit/>
          </a:bodyPr>
          <a:lstStyle>
            <a:lvl1pPr>
              <a:lnSpc>
                <a:spcPct val="70000"/>
              </a:lnSpc>
              <a:defRPr sz="7200" spc="-300"/>
            </a:lvl1pPr>
          </a:lstStyle>
          <a:p>
            <a:r>
              <a:rPr lang="en-US"/>
              <a:t>Click to edit Master title style</a:t>
            </a:r>
            <a:endParaRPr lang="en-US" dirty="0"/>
          </a:p>
        </p:txBody>
      </p:sp>
      <p:sp>
        <p:nvSpPr>
          <p:cNvPr id="4" name="Text Placeholder 3">
            <a:extLst>
              <a:ext uri="{FF2B5EF4-FFF2-40B4-BE49-F238E27FC236}">
                <a16:creationId xmlns:a16="http://schemas.microsoft.com/office/drawing/2014/main" id="{16BB88CF-DF4F-4857-8602-72BCF5DDCDA1}"/>
              </a:ext>
            </a:extLst>
          </p:cNvPr>
          <p:cNvSpPr>
            <a:spLocks noGrp="1"/>
          </p:cNvSpPr>
          <p:nvPr>
            <p:ph type="body" sz="half" idx="2" hasCustomPrompt="1"/>
          </p:nvPr>
        </p:nvSpPr>
        <p:spPr>
          <a:xfrm>
            <a:off x="7873612" y="4611901"/>
            <a:ext cx="3924000" cy="684000"/>
          </a:xfrm>
        </p:spPr>
        <p:txBody>
          <a:bodyPr lIns="0" tIns="0" rIns="0" bIns="0"/>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dirty="0"/>
              <a:t>CLICK TO EDIT MASTER TEXT STYLES</a:t>
            </a:r>
          </a:p>
        </p:txBody>
      </p:sp>
      <p:cxnSp>
        <p:nvCxnSpPr>
          <p:cNvPr id="12" name="Straight Connector 11">
            <a:extLst>
              <a:ext uri="{FF2B5EF4-FFF2-40B4-BE49-F238E27FC236}">
                <a16:creationId xmlns:a16="http://schemas.microsoft.com/office/drawing/2014/main" id="{A7EEBB7C-1679-4665-8688-1FA973E73DC1}"/>
              </a:ext>
            </a:extLst>
          </p:cNvPr>
          <p:cNvCxnSpPr/>
          <p:nvPr userDrawn="1"/>
        </p:nvCxnSpPr>
        <p:spPr>
          <a:xfrm>
            <a:off x="7874732" y="4373775"/>
            <a:ext cx="3924000" cy="0"/>
          </a:xfrm>
          <a:prstGeom prst="line">
            <a:avLst/>
          </a:prstGeom>
          <a:ln w="63500">
            <a:gradFill>
              <a:gsLst>
                <a:gs pos="0">
                  <a:schemeClr val="accent2"/>
                </a:gs>
                <a:gs pos="100000">
                  <a:schemeClr val="accent2">
                    <a:lumMod val="50000"/>
                  </a:schemeClr>
                </a:gs>
              </a:gsLst>
              <a:lin ang="0" scaled="0"/>
            </a:gradFill>
            <a:round/>
          </a:ln>
        </p:spPr>
        <p:style>
          <a:lnRef idx="1">
            <a:schemeClr val="accent1"/>
          </a:lnRef>
          <a:fillRef idx="0">
            <a:schemeClr val="accent1"/>
          </a:fillRef>
          <a:effectRef idx="0">
            <a:schemeClr val="accent1"/>
          </a:effectRef>
          <a:fontRef idx="minor">
            <a:schemeClr val="tx1"/>
          </a:fontRef>
        </p:style>
      </p:cxnSp>
      <p:sp>
        <p:nvSpPr>
          <p:cNvPr id="7" name="Rectangle 6">
            <a:extLst>
              <a:ext uri="{FF2B5EF4-FFF2-40B4-BE49-F238E27FC236}">
                <a16:creationId xmlns:a16="http://schemas.microsoft.com/office/drawing/2014/main" id="{F1E3214F-3A93-4A1C-920D-D86BE35A58FB}"/>
              </a:ext>
            </a:extLst>
          </p:cNvPr>
          <p:cNvSpPr/>
          <p:nvPr userDrawn="1"/>
        </p:nvSpPr>
        <p:spPr>
          <a:xfrm>
            <a:off x="0" y="1"/>
            <a:ext cx="7512000" cy="6721472"/>
          </a:xfrm>
          <a:prstGeom prst="rect">
            <a:avLst/>
          </a:prstGeom>
          <a:solidFill>
            <a:schemeClr val="tx1">
              <a:lumMod val="85000"/>
              <a:lumOff val="1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3" name="Slide Number Placeholder 2">
            <a:extLst>
              <a:ext uri="{FF2B5EF4-FFF2-40B4-BE49-F238E27FC236}">
                <a16:creationId xmlns:a16="http://schemas.microsoft.com/office/drawing/2014/main" id="{213E97E5-C83B-444A-8C07-35D699E7C342}"/>
              </a:ext>
            </a:extLst>
          </p:cNvPr>
          <p:cNvSpPr>
            <a:spLocks noGrp="1"/>
          </p:cNvSpPr>
          <p:nvPr>
            <p:ph type="sldNum" sz="quarter" idx="10"/>
          </p:nvPr>
        </p:nvSpPr>
        <p:spPr/>
        <p:txBody>
          <a:bodyPr/>
          <a:lstStyle/>
          <a:p>
            <a:r>
              <a:rPr lang="en-US" dirty="0"/>
              <a:t>PAGE </a:t>
            </a:r>
            <a:fld id="{4A9B5881-4007-4345-955A-79C2656F0C49}" type="slidenum">
              <a:rPr lang="en-US" smtClean="0"/>
              <a:pPr/>
              <a:t>‹#›</a:t>
            </a:fld>
            <a:endParaRPr lang="en-US" dirty="0"/>
          </a:p>
        </p:txBody>
      </p:sp>
      <p:sp>
        <p:nvSpPr>
          <p:cNvPr id="8" name="Picture Placeholder 2">
            <a:extLst>
              <a:ext uri="{FF2B5EF4-FFF2-40B4-BE49-F238E27FC236}">
                <a16:creationId xmlns:a16="http://schemas.microsoft.com/office/drawing/2014/main" id="{2641ECAC-0557-4843-8433-067E4414E2F5}"/>
              </a:ext>
            </a:extLst>
          </p:cNvPr>
          <p:cNvSpPr>
            <a:spLocks noGrp="1"/>
          </p:cNvSpPr>
          <p:nvPr>
            <p:ph type="pic" idx="1" hasCustomPrompt="1"/>
          </p:nvPr>
        </p:nvSpPr>
        <p:spPr>
          <a:xfrm>
            <a:off x="-1" y="0"/>
            <a:ext cx="7512001" cy="6727855"/>
          </a:xfrm>
          <a:solidFill>
            <a:schemeClr val="tx1">
              <a:lumMod val="85000"/>
              <a:lumOff val="15000"/>
            </a:schemeClr>
          </a:solidFill>
        </p:spPr>
        <p:txBody>
          <a:bodyPr anchor="ctr">
            <a:normAutofit/>
          </a:bodyPr>
          <a:lstStyle>
            <a:lvl1pPr marL="0" indent="0" algn="ctr">
              <a:buNone/>
              <a:defRPr sz="1400" i="1"/>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dirty="0"/>
              <a:t>Insert Your Picture Here</a:t>
            </a:r>
          </a:p>
        </p:txBody>
      </p:sp>
    </p:spTree>
    <p:extLst>
      <p:ext uri="{BB962C8B-B14F-4D97-AF65-F5344CB8AC3E}">
        <p14:creationId xmlns:p14="http://schemas.microsoft.com/office/powerpoint/2010/main" val="3394383312"/>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obj" preserve="1">
  <p:cSld name="Title and Content">
    <p:bg>
      <p:bgPr>
        <a:solidFill>
          <a:schemeClr val="tx1">
            <a:lumMod val="95000"/>
            <a:lumOff val="5000"/>
          </a:schemeClr>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E91AD08-4E28-4191-9B62-EAD61608E5CF}"/>
              </a:ext>
            </a:extLst>
          </p:cNvPr>
          <p:cNvSpPr>
            <a:spLocks noGrp="1"/>
          </p:cNvSpPr>
          <p:nvPr>
            <p:ph type="title"/>
          </p:nvPr>
        </p:nvSpPr>
        <p:spPr>
          <a:xfrm>
            <a:off x="838200" y="611076"/>
            <a:ext cx="6273800" cy="833663"/>
          </a:xfrm>
          <a:solidFill>
            <a:schemeClr val="accent2">
              <a:lumMod val="50000"/>
            </a:schemeClr>
          </a:solidFill>
        </p:spPr>
        <p:txBody>
          <a:bodyPr tIns="108000" bIns="108000">
            <a:spAutoFit/>
          </a:bodyPr>
          <a:lstStyle>
            <a:lvl1pPr>
              <a:lnSpc>
                <a:spcPct val="100000"/>
              </a:lnSpc>
              <a:defRPr sz="4000"/>
            </a:lvl1pPr>
          </a:lstStyle>
          <a:p>
            <a:r>
              <a:rPr lang="en-US"/>
              <a:t>Click to edit Master title style</a:t>
            </a:r>
          </a:p>
        </p:txBody>
      </p:sp>
      <p:sp>
        <p:nvSpPr>
          <p:cNvPr id="3" name="Content Placeholder 2">
            <a:extLst>
              <a:ext uri="{FF2B5EF4-FFF2-40B4-BE49-F238E27FC236}">
                <a16:creationId xmlns:a16="http://schemas.microsoft.com/office/drawing/2014/main" id="{90BF853D-76DB-46F3-AF6C-1E77C8E06AA9}"/>
              </a:ext>
            </a:extLst>
          </p:cNvPr>
          <p:cNvSpPr>
            <a:spLocks noGrp="1"/>
          </p:cNvSpPr>
          <p:nvPr>
            <p:ph idx="1"/>
          </p:nvPr>
        </p:nvSpPr>
        <p:spPr>
          <a:xfrm>
            <a:off x="838200" y="1825625"/>
            <a:ext cx="6273800" cy="4351338"/>
          </a:xfrm>
        </p:spPr>
        <p:txBody>
          <a:bodyPr>
            <a:normAutofit/>
          </a:bodyPr>
          <a:lstStyle>
            <a:lvl1pPr>
              <a:defRPr sz="2000"/>
            </a:lvl1pPr>
            <a:lvl2pPr>
              <a:defRPr sz="1800"/>
            </a:lvl2pPr>
            <a:lvl3pPr>
              <a:defRPr sz="1600"/>
            </a:lvl3pPr>
            <a:lvl4pPr>
              <a:defRPr sz="1400"/>
            </a:lvl4pPr>
            <a:lvl5pPr>
              <a:defRPr sz="14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Slide Number Placeholder 3">
            <a:extLst>
              <a:ext uri="{FF2B5EF4-FFF2-40B4-BE49-F238E27FC236}">
                <a16:creationId xmlns:a16="http://schemas.microsoft.com/office/drawing/2014/main" id="{0660D61A-B9FD-4DFF-AC42-4069DAFE238C}"/>
              </a:ext>
            </a:extLst>
          </p:cNvPr>
          <p:cNvSpPr>
            <a:spLocks noGrp="1"/>
          </p:cNvSpPr>
          <p:nvPr>
            <p:ph type="sldNum" sz="quarter" idx="10"/>
          </p:nvPr>
        </p:nvSpPr>
        <p:spPr/>
        <p:txBody>
          <a:bodyPr/>
          <a:lstStyle/>
          <a:p>
            <a:r>
              <a:rPr lang="en-US" dirty="0"/>
              <a:t>PAGE </a:t>
            </a:r>
            <a:fld id="{4A9B5881-4007-4345-955A-79C2656F0C49}" type="slidenum">
              <a:rPr lang="en-US" smtClean="0"/>
              <a:pPr/>
              <a:t>‹#›</a:t>
            </a:fld>
            <a:endParaRPr lang="en-US" dirty="0"/>
          </a:p>
        </p:txBody>
      </p:sp>
    </p:spTree>
    <p:extLst>
      <p:ext uri="{BB962C8B-B14F-4D97-AF65-F5344CB8AC3E}">
        <p14:creationId xmlns:p14="http://schemas.microsoft.com/office/powerpoint/2010/main" val="3839236654"/>
      </p:ext>
    </p:extLst>
  </p:cSld>
  <p:clrMapOvr>
    <a:overrideClrMapping bg1="lt1" tx1="dk1" bg2="lt2" tx2="dk2" accent1="accent1" accent2="accent2" accent3="accent3" accent4="accent4" accent5="accent5" accent6="accent6" hlink="hlink" folHlink="folHlink"/>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obj" preserve="1">
  <p:cSld name="Title and Content Wide">
    <p:bg>
      <p:bgPr>
        <a:solidFill>
          <a:schemeClr val="tx1">
            <a:lumMod val="95000"/>
            <a:lumOff val="5000"/>
          </a:schemeClr>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E91AD08-4E28-4191-9B62-EAD61608E5CF}"/>
              </a:ext>
            </a:extLst>
          </p:cNvPr>
          <p:cNvSpPr>
            <a:spLocks noGrp="1"/>
          </p:cNvSpPr>
          <p:nvPr>
            <p:ph type="title"/>
          </p:nvPr>
        </p:nvSpPr>
        <p:spPr>
          <a:xfrm>
            <a:off x="838200" y="611077"/>
            <a:ext cx="6273800" cy="833663"/>
          </a:xfrm>
          <a:solidFill>
            <a:schemeClr val="accent2">
              <a:lumMod val="50000"/>
            </a:schemeClr>
          </a:solidFill>
        </p:spPr>
        <p:txBody>
          <a:bodyPr vert="horz" lIns="91440" tIns="108000" rIns="91440" bIns="108000" rtlCol="0" anchor="ctr">
            <a:spAutoFit/>
          </a:bodyPr>
          <a:lstStyle>
            <a:lvl1pPr>
              <a:defRPr lang="en-US" sz="4000"/>
            </a:lvl1pPr>
          </a:lstStyle>
          <a:p>
            <a:pPr lvl="0">
              <a:lnSpc>
                <a:spcPct val="100000"/>
              </a:lnSpc>
            </a:pPr>
            <a:r>
              <a:rPr lang="en-US"/>
              <a:t>Click to edit Master title style</a:t>
            </a:r>
            <a:endParaRPr lang="en-US" dirty="0"/>
          </a:p>
        </p:txBody>
      </p:sp>
      <p:sp>
        <p:nvSpPr>
          <p:cNvPr id="3" name="Content Placeholder 2">
            <a:extLst>
              <a:ext uri="{FF2B5EF4-FFF2-40B4-BE49-F238E27FC236}">
                <a16:creationId xmlns:a16="http://schemas.microsoft.com/office/drawing/2014/main" id="{90BF853D-76DB-46F3-AF6C-1E77C8E06AA9}"/>
              </a:ext>
            </a:extLst>
          </p:cNvPr>
          <p:cNvSpPr>
            <a:spLocks noGrp="1"/>
          </p:cNvSpPr>
          <p:nvPr>
            <p:ph idx="1"/>
          </p:nvPr>
        </p:nvSpPr>
        <p:spPr>
          <a:xfrm>
            <a:off x="838200" y="1825625"/>
            <a:ext cx="10515600" cy="4351338"/>
          </a:xfrm>
        </p:spPr>
        <p:txBody>
          <a:bodyPr>
            <a:normAutofit/>
          </a:bodyPr>
          <a:lstStyle>
            <a:lvl1pPr>
              <a:defRPr sz="2000"/>
            </a:lvl1pPr>
            <a:lvl2pPr>
              <a:defRPr sz="1800"/>
            </a:lvl2pPr>
            <a:lvl3pPr>
              <a:defRPr sz="1600"/>
            </a:lvl3pPr>
            <a:lvl4pPr>
              <a:defRPr sz="1400"/>
            </a:lvl4pPr>
            <a:lvl5pPr>
              <a:defRPr sz="14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Slide Number Placeholder 3">
            <a:extLst>
              <a:ext uri="{FF2B5EF4-FFF2-40B4-BE49-F238E27FC236}">
                <a16:creationId xmlns:a16="http://schemas.microsoft.com/office/drawing/2014/main" id="{0660D61A-B9FD-4DFF-AC42-4069DAFE238C}"/>
              </a:ext>
            </a:extLst>
          </p:cNvPr>
          <p:cNvSpPr>
            <a:spLocks noGrp="1"/>
          </p:cNvSpPr>
          <p:nvPr>
            <p:ph type="sldNum" sz="quarter" idx="10"/>
          </p:nvPr>
        </p:nvSpPr>
        <p:spPr/>
        <p:txBody>
          <a:bodyPr/>
          <a:lstStyle/>
          <a:p>
            <a:r>
              <a:rPr lang="en-US" dirty="0"/>
              <a:t>PAGE </a:t>
            </a:r>
            <a:fld id="{4A9B5881-4007-4345-955A-79C2656F0C49}" type="slidenum">
              <a:rPr lang="en-US" smtClean="0"/>
              <a:pPr/>
              <a:t>‹#›</a:t>
            </a:fld>
            <a:endParaRPr lang="en-US" dirty="0"/>
          </a:p>
        </p:txBody>
      </p:sp>
    </p:spTree>
    <p:extLst>
      <p:ext uri="{BB962C8B-B14F-4D97-AF65-F5344CB8AC3E}">
        <p14:creationId xmlns:p14="http://schemas.microsoft.com/office/powerpoint/2010/main" val="1594571051"/>
      </p:ext>
    </p:extLst>
  </p:cSld>
  <p:clrMapOvr>
    <a:overrideClrMapping bg1="lt1" tx1="dk1" bg2="lt2" tx2="dk2" accent1="accent1" accent2="accent2" accent3="accent3" accent4="accent4" accent5="accent5" accent6="accent6" hlink="hlink" folHlink="folHlink"/>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userDrawn="1">
  <p:cSld name="Title and Content Right">
    <p:spTree>
      <p:nvGrpSpPr>
        <p:cNvPr id="1" name=""/>
        <p:cNvGrpSpPr/>
        <p:nvPr/>
      </p:nvGrpSpPr>
      <p:grpSpPr>
        <a:xfrm>
          <a:off x="0" y="0"/>
          <a:ext cx="0" cy="0"/>
          <a:chOff x="0" y="0"/>
          <a:chExt cx="0" cy="0"/>
        </a:xfrm>
      </p:grpSpPr>
      <p:sp>
        <p:nvSpPr>
          <p:cNvPr id="7" name="Picture Placeholder 2">
            <a:extLst>
              <a:ext uri="{FF2B5EF4-FFF2-40B4-BE49-F238E27FC236}">
                <a16:creationId xmlns:a16="http://schemas.microsoft.com/office/drawing/2014/main" id="{6D3C5ED2-B01D-4104-B193-BC78D76A4646}"/>
              </a:ext>
            </a:extLst>
          </p:cNvPr>
          <p:cNvSpPr>
            <a:spLocks noGrp="1"/>
          </p:cNvSpPr>
          <p:nvPr>
            <p:ph type="pic" idx="11" hasCustomPrompt="1"/>
          </p:nvPr>
        </p:nvSpPr>
        <p:spPr>
          <a:xfrm>
            <a:off x="0" y="0"/>
            <a:ext cx="6305550" cy="6721475"/>
          </a:xfrm>
          <a:noFill/>
        </p:spPr>
        <p:txBody>
          <a:bodyPr anchor="ctr">
            <a:normAutofit/>
          </a:bodyPr>
          <a:lstStyle>
            <a:lvl1pPr marL="0" indent="0" algn="ctr">
              <a:buNone/>
              <a:defRPr sz="1400" i="1"/>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dirty="0"/>
              <a:t>Insert Your Picture Here</a:t>
            </a:r>
          </a:p>
        </p:txBody>
      </p:sp>
      <p:sp>
        <p:nvSpPr>
          <p:cNvPr id="2" name="Title 1">
            <a:extLst>
              <a:ext uri="{FF2B5EF4-FFF2-40B4-BE49-F238E27FC236}">
                <a16:creationId xmlns:a16="http://schemas.microsoft.com/office/drawing/2014/main" id="{FE91AD08-4E28-4191-9B62-EAD61608E5CF}"/>
              </a:ext>
            </a:extLst>
          </p:cNvPr>
          <p:cNvSpPr>
            <a:spLocks noGrp="1"/>
          </p:cNvSpPr>
          <p:nvPr>
            <p:ph type="title" hasCustomPrompt="1"/>
          </p:nvPr>
        </p:nvSpPr>
        <p:spPr>
          <a:xfrm>
            <a:off x="6657974" y="611077"/>
            <a:ext cx="4695825" cy="833663"/>
          </a:xfrm>
          <a:solidFill>
            <a:schemeClr val="accent2">
              <a:lumMod val="50000"/>
            </a:schemeClr>
          </a:solidFill>
        </p:spPr>
        <p:txBody>
          <a:bodyPr wrap="square" tIns="108000" bIns="108000">
            <a:spAutoFit/>
          </a:bodyPr>
          <a:lstStyle>
            <a:lvl1pPr>
              <a:lnSpc>
                <a:spcPct val="100000"/>
              </a:lnSpc>
              <a:defRPr sz="4000"/>
            </a:lvl1pPr>
          </a:lstStyle>
          <a:p>
            <a:r>
              <a:rPr lang="en-US" dirty="0"/>
              <a:t>Edit Master title style</a:t>
            </a:r>
          </a:p>
        </p:txBody>
      </p:sp>
      <p:sp>
        <p:nvSpPr>
          <p:cNvPr id="3" name="Content Placeholder 2">
            <a:extLst>
              <a:ext uri="{FF2B5EF4-FFF2-40B4-BE49-F238E27FC236}">
                <a16:creationId xmlns:a16="http://schemas.microsoft.com/office/drawing/2014/main" id="{90BF853D-76DB-46F3-AF6C-1E77C8E06AA9}"/>
              </a:ext>
            </a:extLst>
          </p:cNvPr>
          <p:cNvSpPr>
            <a:spLocks noGrp="1"/>
          </p:cNvSpPr>
          <p:nvPr>
            <p:ph idx="1"/>
          </p:nvPr>
        </p:nvSpPr>
        <p:spPr>
          <a:xfrm>
            <a:off x="6657974" y="1825625"/>
            <a:ext cx="4695826" cy="4351338"/>
          </a:xfrm>
        </p:spPr>
        <p:txBody>
          <a:bodyPr>
            <a:normAutofit/>
          </a:bodyPr>
          <a:lstStyle>
            <a:lvl1pPr>
              <a:defRPr sz="2000"/>
            </a:lvl1pPr>
            <a:lvl2pPr>
              <a:defRPr sz="1800"/>
            </a:lvl2pPr>
            <a:lvl3pPr>
              <a:defRPr sz="1600"/>
            </a:lvl3pPr>
            <a:lvl4pPr>
              <a:defRPr sz="1400"/>
            </a:lvl4pPr>
            <a:lvl5pPr>
              <a:defRPr sz="14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Slide Number Placeholder 3">
            <a:extLst>
              <a:ext uri="{FF2B5EF4-FFF2-40B4-BE49-F238E27FC236}">
                <a16:creationId xmlns:a16="http://schemas.microsoft.com/office/drawing/2014/main" id="{0660D61A-B9FD-4DFF-AC42-4069DAFE238C}"/>
              </a:ext>
            </a:extLst>
          </p:cNvPr>
          <p:cNvSpPr>
            <a:spLocks noGrp="1"/>
          </p:cNvSpPr>
          <p:nvPr>
            <p:ph type="sldNum" sz="quarter" idx="10"/>
          </p:nvPr>
        </p:nvSpPr>
        <p:spPr>
          <a:xfrm>
            <a:off x="11353800" y="6361475"/>
            <a:ext cx="838200" cy="360000"/>
          </a:xfrm>
        </p:spPr>
        <p:txBody>
          <a:bodyPr/>
          <a:lstStyle/>
          <a:p>
            <a:r>
              <a:rPr lang="en-US" dirty="0"/>
              <a:t>PAGE </a:t>
            </a:r>
            <a:fld id="{4A9B5881-4007-4345-955A-79C2656F0C49}" type="slidenum">
              <a:rPr lang="en-US" smtClean="0"/>
              <a:pPr/>
              <a:t>‹#›</a:t>
            </a:fld>
            <a:endParaRPr lang="en-US" dirty="0"/>
          </a:p>
        </p:txBody>
      </p:sp>
    </p:spTree>
    <p:extLst>
      <p:ext uri="{BB962C8B-B14F-4D97-AF65-F5344CB8AC3E}">
        <p14:creationId xmlns:p14="http://schemas.microsoft.com/office/powerpoint/2010/main" val="1797904098"/>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obj" preserve="1">
  <p:cSld name="Title and Content - Horizontal 1">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E91AD08-4E28-4191-9B62-EAD61608E5CF}"/>
              </a:ext>
            </a:extLst>
          </p:cNvPr>
          <p:cNvSpPr>
            <a:spLocks noGrp="1"/>
          </p:cNvSpPr>
          <p:nvPr>
            <p:ph type="title"/>
          </p:nvPr>
        </p:nvSpPr>
        <p:spPr>
          <a:xfrm>
            <a:off x="0" y="1"/>
            <a:ext cx="4305300" cy="6721472"/>
          </a:xfrm>
          <a:gradFill>
            <a:gsLst>
              <a:gs pos="1000">
                <a:schemeClr val="tx1">
                  <a:lumMod val="85000"/>
                  <a:lumOff val="15000"/>
                </a:schemeClr>
              </a:gs>
              <a:gs pos="100000">
                <a:schemeClr val="accent2">
                  <a:lumMod val="50000"/>
                </a:schemeClr>
              </a:gs>
            </a:gsLst>
            <a:lin ang="12600000" scaled="0"/>
          </a:gradFill>
        </p:spPr>
        <p:txBody>
          <a:bodyPr vert="horz" lIns="396000" tIns="0" rIns="396000" bIns="0" rtlCol="0" anchor="ctr">
            <a:noAutofit/>
          </a:bodyPr>
          <a:lstStyle>
            <a:lvl1pPr algn="r">
              <a:lnSpc>
                <a:spcPct val="70000"/>
              </a:lnSpc>
              <a:defRPr lang="en-US" sz="5200" b="0" spc="-150" dirty="0"/>
            </a:lvl1pPr>
          </a:lstStyle>
          <a:p>
            <a:pPr lvl="0" algn="r"/>
            <a:r>
              <a:rPr lang="en-US"/>
              <a:t>Click to edit Master title style</a:t>
            </a:r>
            <a:endParaRPr lang="en-US" dirty="0"/>
          </a:p>
        </p:txBody>
      </p:sp>
      <p:sp>
        <p:nvSpPr>
          <p:cNvPr id="3" name="Content Placeholder 2">
            <a:extLst>
              <a:ext uri="{FF2B5EF4-FFF2-40B4-BE49-F238E27FC236}">
                <a16:creationId xmlns:a16="http://schemas.microsoft.com/office/drawing/2014/main" id="{90BF853D-76DB-46F3-AF6C-1E77C8E06AA9}"/>
              </a:ext>
            </a:extLst>
          </p:cNvPr>
          <p:cNvSpPr>
            <a:spLocks noGrp="1"/>
          </p:cNvSpPr>
          <p:nvPr>
            <p:ph idx="1"/>
          </p:nvPr>
        </p:nvSpPr>
        <p:spPr>
          <a:xfrm>
            <a:off x="4705350" y="365124"/>
            <a:ext cx="6648448" cy="5984875"/>
          </a:xfrm>
        </p:spPr>
        <p:txBody>
          <a:bodyPr lIns="108000" tIns="108000" rIns="108000" bIns="108000" anchor="ctr">
            <a:normAutofit/>
          </a:bodyPr>
          <a:lstStyle>
            <a:lvl1pPr>
              <a:defRPr sz="2000"/>
            </a:lvl1pPr>
            <a:lvl2pPr>
              <a:defRPr sz="1800"/>
            </a:lvl2pPr>
            <a:lvl3pPr>
              <a:defRPr sz="1600"/>
            </a:lvl3pPr>
            <a:lvl4pPr>
              <a:defRPr sz="1400"/>
            </a:lvl4pPr>
            <a:lvl5pPr>
              <a:defRPr sz="14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14" name="Slide Number Placeholder 13">
            <a:extLst>
              <a:ext uri="{FF2B5EF4-FFF2-40B4-BE49-F238E27FC236}">
                <a16:creationId xmlns:a16="http://schemas.microsoft.com/office/drawing/2014/main" id="{7746CAFB-2B99-470B-B55B-9BF378E3A04B}"/>
              </a:ext>
            </a:extLst>
          </p:cNvPr>
          <p:cNvSpPr>
            <a:spLocks noGrp="1"/>
          </p:cNvSpPr>
          <p:nvPr>
            <p:ph type="sldNum" sz="quarter" idx="10"/>
          </p:nvPr>
        </p:nvSpPr>
        <p:spPr/>
        <p:txBody>
          <a:bodyPr/>
          <a:lstStyle/>
          <a:p>
            <a:r>
              <a:rPr lang="en-US" dirty="0"/>
              <a:t>PAGE </a:t>
            </a:r>
            <a:fld id="{4A9B5881-4007-4345-955A-79C2656F0C49}" type="slidenum">
              <a:rPr lang="en-US" smtClean="0"/>
              <a:pPr/>
              <a:t>‹#›</a:t>
            </a:fld>
            <a:endParaRPr lang="en-US" dirty="0"/>
          </a:p>
        </p:txBody>
      </p:sp>
    </p:spTree>
    <p:extLst>
      <p:ext uri="{BB962C8B-B14F-4D97-AF65-F5344CB8AC3E}">
        <p14:creationId xmlns:p14="http://schemas.microsoft.com/office/powerpoint/2010/main" val="1160496352"/>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preserve="1" userDrawn="1">
  <p:cSld name="Title and Content - Horizontal 2">
    <p:spTree>
      <p:nvGrpSpPr>
        <p:cNvPr id="1" name=""/>
        <p:cNvGrpSpPr/>
        <p:nvPr/>
      </p:nvGrpSpPr>
      <p:grpSpPr>
        <a:xfrm>
          <a:off x="0" y="0"/>
          <a:ext cx="0" cy="0"/>
          <a:chOff x="0" y="0"/>
          <a:chExt cx="0" cy="0"/>
        </a:xfrm>
      </p:grpSpPr>
      <p:sp>
        <p:nvSpPr>
          <p:cNvPr id="17" name="Title 16">
            <a:extLst>
              <a:ext uri="{FF2B5EF4-FFF2-40B4-BE49-F238E27FC236}">
                <a16:creationId xmlns:a16="http://schemas.microsoft.com/office/drawing/2014/main" id="{65237DA4-112F-40B2-8C8C-EB23506D9C45}"/>
              </a:ext>
            </a:extLst>
          </p:cNvPr>
          <p:cNvSpPr>
            <a:spLocks noGrp="1"/>
          </p:cNvSpPr>
          <p:nvPr>
            <p:ph type="title"/>
          </p:nvPr>
        </p:nvSpPr>
        <p:spPr>
          <a:xfrm>
            <a:off x="7512000" y="0"/>
            <a:ext cx="4680000" cy="6721473"/>
          </a:xfrm>
          <a:gradFill>
            <a:gsLst>
              <a:gs pos="1000">
                <a:schemeClr val="tx1">
                  <a:lumMod val="85000"/>
                  <a:lumOff val="15000"/>
                </a:schemeClr>
              </a:gs>
              <a:gs pos="100000">
                <a:schemeClr val="accent2">
                  <a:lumMod val="50000"/>
                </a:schemeClr>
              </a:gs>
            </a:gsLst>
            <a:lin ang="12600000" scaled="0"/>
          </a:gradFill>
        </p:spPr>
        <p:txBody>
          <a:bodyPr lIns="396000" rIns="396000">
            <a:normAutofit/>
          </a:bodyPr>
          <a:lstStyle>
            <a:lvl1pPr>
              <a:lnSpc>
                <a:spcPct val="70000"/>
              </a:lnSpc>
              <a:defRPr sz="5200" spc="-150"/>
            </a:lvl1pPr>
          </a:lstStyle>
          <a:p>
            <a:r>
              <a:rPr lang="en-US"/>
              <a:t>Click to edit Master title style</a:t>
            </a:r>
            <a:endParaRPr lang="en-US" dirty="0"/>
          </a:p>
        </p:txBody>
      </p:sp>
      <p:sp>
        <p:nvSpPr>
          <p:cNvPr id="3" name="Content Placeholder 2">
            <a:extLst>
              <a:ext uri="{FF2B5EF4-FFF2-40B4-BE49-F238E27FC236}">
                <a16:creationId xmlns:a16="http://schemas.microsoft.com/office/drawing/2014/main" id="{90BF853D-76DB-46F3-AF6C-1E77C8E06AA9}"/>
              </a:ext>
            </a:extLst>
          </p:cNvPr>
          <p:cNvSpPr>
            <a:spLocks noGrp="1"/>
          </p:cNvSpPr>
          <p:nvPr>
            <p:ph idx="1"/>
          </p:nvPr>
        </p:nvSpPr>
        <p:spPr>
          <a:xfrm>
            <a:off x="838200" y="365124"/>
            <a:ext cx="6156323" cy="5984875"/>
          </a:xfrm>
        </p:spPr>
        <p:txBody>
          <a:bodyPr lIns="108000" tIns="108000" rIns="108000" bIns="108000" anchor="ct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4" name="Slide Number Placeholder 13">
            <a:extLst>
              <a:ext uri="{FF2B5EF4-FFF2-40B4-BE49-F238E27FC236}">
                <a16:creationId xmlns:a16="http://schemas.microsoft.com/office/drawing/2014/main" id="{7746CAFB-2B99-470B-B55B-9BF378E3A04B}"/>
              </a:ext>
            </a:extLst>
          </p:cNvPr>
          <p:cNvSpPr>
            <a:spLocks noGrp="1"/>
          </p:cNvSpPr>
          <p:nvPr>
            <p:ph type="sldNum" sz="quarter" idx="10"/>
          </p:nvPr>
        </p:nvSpPr>
        <p:spPr>
          <a:solidFill>
            <a:schemeClr val="bg1">
              <a:lumMod val="85000"/>
            </a:schemeClr>
          </a:solidFill>
        </p:spPr>
        <p:txBody>
          <a:bodyPr/>
          <a:lstStyle>
            <a:lvl1pPr>
              <a:defRPr>
                <a:solidFill>
                  <a:schemeClr val="tx1">
                    <a:lumMod val="85000"/>
                    <a:lumOff val="15000"/>
                  </a:schemeClr>
                </a:solidFill>
              </a:defRPr>
            </a:lvl1pPr>
          </a:lstStyle>
          <a:p>
            <a:r>
              <a:rPr lang="en-US" dirty="0"/>
              <a:t>PAGE </a:t>
            </a:r>
            <a:fld id="{4A9B5881-4007-4345-955A-79C2656F0C49}" type="slidenum">
              <a:rPr lang="en-US" smtClean="0"/>
              <a:pPr/>
              <a:t>‹#›</a:t>
            </a:fld>
            <a:endParaRPr lang="en-US" dirty="0"/>
          </a:p>
        </p:txBody>
      </p:sp>
    </p:spTree>
    <p:extLst>
      <p:ext uri="{BB962C8B-B14F-4D97-AF65-F5344CB8AC3E}">
        <p14:creationId xmlns:p14="http://schemas.microsoft.com/office/powerpoint/2010/main" val="364498605"/>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preserve="1" userDrawn="1">
  <p:cSld name="Title and Content - Horizontal 3">
    <p:spTree>
      <p:nvGrpSpPr>
        <p:cNvPr id="1" name=""/>
        <p:cNvGrpSpPr/>
        <p:nvPr/>
      </p:nvGrpSpPr>
      <p:grpSpPr>
        <a:xfrm>
          <a:off x="0" y="0"/>
          <a:ext cx="0" cy="0"/>
          <a:chOff x="0" y="0"/>
          <a:chExt cx="0" cy="0"/>
        </a:xfrm>
      </p:grpSpPr>
      <p:sp>
        <p:nvSpPr>
          <p:cNvPr id="4" name="Slide Number Placeholder 3">
            <a:extLst>
              <a:ext uri="{FF2B5EF4-FFF2-40B4-BE49-F238E27FC236}">
                <a16:creationId xmlns:a16="http://schemas.microsoft.com/office/drawing/2014/main" id="{0660D61A-B9FD-4DFF-AC42-4069DAFE238C}"/>
              </a:ext>
            </a:extLst>
          </p:cNvPr>
          <p:cNvSpPr>
            <a:spLocks noGrp="1"/>
          </p:cNvSpPr>
          <p:nvPr>
            <p:ph type="sldNum" sz="quarter" idx="10"/>
          </p:nvPr>
        </p:nvSpPr>
        <p:spPr/>
        <p:txBody>
          <a:bodyPr/>
          <a:lstStyle/>
          <a:p>
            <a:r>
              <a:rPr lang="en-US" dirty="0"/>
              <a:t>PAGE </a:t>
            </a:r>
            <a:fld id="{4A9B5881-4007-4345-955A-79C2656F0C49}" type="slidenum">
              <a:rPr lang="en-US" smtClean="0"/>
              <a:pPr/>
              <a:t>‹#›</a:t>
            </a:fld>
            <a:endParaRPr lang="en-US" dirty="0"/>
          </a:p>
        </p:txBody>
      </p:sp>
      <p:sp>
        <p:nvSpPr>
          <p:cNvPr id="5" name="Content Placeholder 2">
            <a:extLst>
              <a:ext uri="{FF2B5EF4-FFF2-40B4-BE49-F238E27FC236}">
                <a16:creationId xmlns:a16="http://schemas.microsoft.com/office/drawing/2014/main" id="{D68E6EF2-4B2F-4D0D-9505-CE92872972F7}"/>
              </a:ext>
            </a:extLst>
          </p:cNvPr>
          <p:cNvSpPr>
            <a:spLocks noGrp="1"/>
          </p:cNvSpPr>
          <p:nvPr>
            <p:ph idx="1"/>
          </p:nvPr>
        </p:nvSpPr>
        <p:spPr>
          <a:xfrm>
            <a:off x="4705350" y="611076"/>
            <a:ext cx="6648448" cy="5738923"/>
          </a:xfrm>
        </p:spPr>
        <p:txBody>
          <a:bodyPr lIns="108000" tIns="108000" rIns="108000" bIns="10800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6" name="Title 1">
            <a:extLst>
              <a:ext uri="{FF2B5EF4-FFF2-40B4-BE49-F238E27FC236}">
                <a16:creationId xmlns:a16="http://schemas.microsoft.com/office/drawing/2014/main" id="{D91A21B9-BA54-413B-940E-027C32E4D429}"/>
              </a:ext>
            </a:extLst>
          </p:cNvPr>
          <p:cNvSpPr>
            <a:spLocks noGrp="1"/>
          </p:cNvSpPr>
          <p:nvPr>
            <p:ph type="title"/>
          </p:nvPr>
        </p:nvSpPr>
        <p:spPr>
          <a:xfrm>
            <a:off x="838200" y="611076"/>
            <a:ext cx="3440502" cy="2064769"/>
          </a:xfrm>
          <a:solidFill>
            <a:schemeClr val="accent2">
              <a:lumMod val="50000"/>
            </a:schemeClr>
          </a:solidFill>
        </p:spPr>
        <p:txBody>
          <a:bodyPr wrap="square" tIns="108000" bIns="108000" anchor="t">
            <a:spAutoFit/>
          </a:bodyPr>
          <a:lstStyle>
            <a:lvl1pPr>
              <a:lnSpc>
                <a:spcPct val="100000"/>
              </a:lnSpc>
              <a:defRPr sz="4000"/>
            </a:lvl1pPr>
          </a:lstStyle>
          <a:p>
            <a:r>
              <a:rPr lang="en-US"/>
              <a:t>Click to edit Master title style</a:t>
            </a:r>
            <a:endParaRPr lang="en-US" dirty="0"/>
          </a:p>
        </p:txBody>
      </p:sp>
    </p:spTree>
    <p:extLst>
      <p:ext uri="{BB962C8B-B14F-4D97-AF65-F5344CB8AC3E}">
        <p14:creationId xmlns:p14="http://schemas.microsoft.com/office/powerpoint/2010/main" val="3610051244"/>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722BDA7-8BE9-42D5-ACF1-0F51423A206E}"/>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p>
        </p:txBody>
      </p:sp>
      <p:sp>
        <p:nvSpPr>
          <p:cNvPr id="3" name="Text Placeholder 2">
            <a:extLst>
              <a:ext uri="{FF2B5EF4-FFF2-40B4-BE49-F238E27FC236}">
                <a16:creationId xmlns:a16="http://schemas.microsoft.com/office/drawing/2014/main" id="{71CEF73F-3CCA-4312-8E9C-2B4629DA1F66}"/>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Slide Number Placeholder 3">
            <a:extLst>
              <a:ext uri="{FF2B5EF4-FFF2-40B4-BE49-F238E27FC236}">
                <a16:creationId xmlns:a16="http://schemas.microsoft.com/office/drawing/2014/main" id="{293BF716-502C-4821-A3A0-19C2C508EED1}"/>
              </a:ext>
            </a:extLst>
          </p:cNvPr>
          <p:cNvSpPr>
            <a:spLocks noGrp="1"/>
          </p:cNvSpPr>
          <p:nvPr>
            <p:ph type="sldNum" sz="quarter" idx="10"/>
          </p:nvPr>
        </p:nvSpPr>
        <p:spPr/>
        <p:txBody>
          <a:bodyPr/>
          <a:lstStyle/>
          <a:p>
            <a:r>
              <a:rPr lang="en-US" dirty="0"/>
              <a:t>PAGE </a:t>
            </a:r>
            <a:fld id="{4A9B5881-4007-4345-955A-79C2656F0C49}" type="slidenum">
              <a:rPr lang="en-US" smtClean="0"/>
              <a:pPr/>
              <a:t>‹#›</a:t>
            </a:fld>
            <a:endParaRPr lang="en-US" dirty="0"/>
          </a:p>
        </p:txBody>
      </p:sp>
    </p:spTree>
    <p:extLst>
      <p:ext uri="{BB962C8B-B14F-4D97-AF65-F5344CB8AC3E}">
        <p14:creationId xmlns:p14="http://schemas.microsoft.com/office/powerpoint/2010/main" val="2665983131"/>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D1AB651-5612-4E6A-9B35-A555D082EC2F}"/>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881389A2-D77B-40CA-AD1E-0178AEFAD15A}"/>
              </a:ext>
            </a:extLst>
          </p:cNvPr>
          <p:cNvSpPr>
            <a:spLocks noGrp="1"/>
          </p:cNvSpPr>
          <p:nvPr>
            <p:ph sz="half" idx="1"/>
          </p:nvPr>
        </p:nvSpPr>
        <p:spPr>
          <a:xfrm>
            <a:off x="838200" y="1825625"/>
            <a:ext cx="5181600" cy="4351338"/>
          </a:xfrm>
        </p:spPr>
        <p:txBody>
          <a:bodyPr>
            <a:normAutofit/>
          </a:bodyPr>
          <a:lstStyle>
            <a:lvl1pPr>
              <a:defRPr sz="2000"/>
            </a:lvl1pPr>
            <a:lvl2pPr>
              <a:defRPr sz="1800"/>
            </a:lvl2pPr>
            <a:lvl3pPr>
              <a:defRPr sz="1600"/>
            </a:lvl3pPr>
            <a:lvl4pPr>
              <a:defRPr sz="1400"/>
            </a:lvl4pPr>
            <a:lvl5pPr>
              <a:defRPr sz="14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a:extLst>
              <a:ext uri="{FF2B5EF4-FFF2-40B4-BE49-F238E27FC236}">
                <a16:creationId xmlns:a16="http://schemas.microsoft.com/office/drawing/2014/main" id="{A1DCA993-CBEA-48C5-BD35-50ABDFF64065}"/>
              </a:ext>
            </a:extLst>
          </p:cNvPr>
          <p:cNvSpPr>
            <a:spLocks noGrp="1"/>
          </p:cNvSpPr>
          <p:nvPr>
            <p:ph sz="half" idx="2"/>
          </p:nvPr>
        </p:nvSpPr>
        <p:spPr>
          <a:xfrm>
            <a:off x="6172200" y="1825625"/>
            <a:ext cx="5181600" cy="4351338"/>
          </a:xfrm>
        </p:spPr>
        <p:txBody>
          <a:bodyPr>
            <a:normAutofit/>
          </a:bodyPr>
          <a:lstStyle>
            <a:lvl1pPr>
              <a:defRPr sz="2000"/>
            </a:lvl1pPr>
            <a:lvl2pPr>
              <a:defRPr sz="1800"/>
            </a:lvl2pPr>
            <a:lvl3pPr>
              <a:defRPr sz="1600"/>
            </a:lvl3pPr>
            <a:lvl4pPr>
              <a:defRPr sz="1400"/>
            </a:lvl4pPr>
            <a:lvl5pPr>
              <a:defRPr sz="14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Slide Number Placeholder 4">
            <a:extLst>
              <a:ext uri="{FF2B5EF4-FFF2-40B4-BE49-F238E27FC236}">
                <a16:creationId xmlns:a16="http://schemas.microsoft.com/office/drawing/2014/main" id="{B88ED8E0-95EC-469F-9B7E-562FBDFDE6CC}"/>
              </a:ext>
            </a:extLst>
          </p:cNvPr>
          <p:cNvSpPr>
            <a:spLocks noGrp="1"/>
          </p:cNvSpPr>
          <p:nvPr>
            <p:ph type="sldNum" sz="quarter" idx="10"/>
          </p:nvPr>
        </p:nvSpPr>
        <p:spPr/>
        <p:txBody>
          <a:bodyPr/>
          <a:lstStyle/>
          <a:p>
            <a:r>
              <a:rPr lang="en-US" dirty="0"/>
              <a:t>PAGE </a:t>
            </a:r>
            <a:fld id="{4A9B5881-4007-4345-955A-79C2656F0C49}" type="slidenum">
              <a:rPr lang="en-US" smtClean="0"/>
              <a:pPr/>
              <a:t>‹#›</a:t>
            </a:fld>
            <a:endParaRPr lang="en-US" dirty="0"/>
          </a:p>
        </p:txBody>
      </p:sp>
    </p:spTree>
    <p:extLst>
      <p:ext uri="{BB962C8B-B14F-4D97-AF65-F5344CB8AC3E}">
        <p14:creationId xmlns:p14="http://schemas.microsoft.com/office/powerpoint/2010/main" val="646344805"/>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F776F88-2A37-410D-A685-E455AF3D07B4}"/>
              </a:ext>
            </a:extLst>
          </p:cNvPr>
          <p:cNvSpPr>
            <a:spLocks noGrp="1"/>
          </p:cNvSpPr>
          <p:nvPr>
            <p:ph type="title"/>
          </p:nvPr>
        </p:nvSpPr>
        <p:spPr>
          <a:xfrm>
            <a:off x="839788" y="365125"/>
            <a:ext cx="10515600" cy="1325563"/>
          </a:xfrm>
        </p:spPr>
        <p:txBody>
          <a:bodyPr/>
          <a:lstStyle/>
          <a:p>
            <a:r>
              <a:rPr lang="en-US"/>
              <a:t>Click to edit Master title style</a:t>
            </a:r>
          </a:p>
        </p:txBody>
      </p:sp>
      <p:sp>
        <p:nvSpPr>
          <p:cNvPr id="3" name="Text Placeholder 2">
            <a:extLst>
              <a:ext uri="{FF2B5EF4-FFF2-40B4-BE49-F238E27FC236}">
                <a16:creationId xmlns:a16="http://schemas.microsoft.com/office/drawing/2014/main" id="{6C764B46-B015-44F7-8DC0-AFB8D275E486}"/>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2D3C8232-2077-497A-9142-B787E2B03A73}"/>
              </a:ext>
            </a:extLst>
          </p:cNvPr>
          <p:cNvSpPr>
            <a:spLocks noGrp="1"/>
          </p:cNvSpPr>
          <p:nvPr>
            <p:ph sz="half" idx="2"/>
          </p:nvPr>
        </p:nvSpPr>
        <p:spPr>
          <a:xfrm>
            <a:off x="839788" y="2505075"/>
            <a:ext cx="5157787" cy="3684588"/>
          </a:xfrm>
        </p:spPr>
        <p:txBody>
          <a:bodyPr>
            <a:normAutofit/>
          </a:bodyPr>
          <a:lstStyle>
            <a:lvl1pPr>
              <a:defRPr sz="2000"/>
            </a:lvl1pPr>
            <a:lvl2pPr>
              <a:defRPr sz="1800"/>
            </a:lvl2pPr>
            <a:lvl3pPr>
              <a:defRPr sz="1600"/>
            </a:lvl3pPr>
            <a:lvl4pPr>
              <a:defRPr sz="1400"/>
            </a:lvl4pPr>
            <a:lvl5pPr>
              <a:defRPr sz="14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a:extLst>
              <a:ext uri="{FF2B5EF4-FFF2-40B4-BE49-F238E27FC236}">
                <a16:creationId xmlns:a16="http://schemas.microsoft.com/office/drawing/2014/main" id="{AAF6077C-D913-4FD0-B6E0-6D70BEFD40E6}"/>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43905DBB-3AA9-4435-AC97-732293FDE7EF}"/>
              </a:ext>
            </a:extLst>
          </p:cNvPr>
          <p:cNvSpPr>
            <a:spLocks noGrp="1"/>
          </p:cNvSpPr>
          <p:nvPr>
            <p:ph sz="quarter" idx="4"/>
          </p:nvPr>
        </p:nvSpPr>
        <p:spPr>
          <a:xfrm>
            <a:off x="6172200" y="2505075"/>
            <a:ext cx="5183188" cy="3684588"/>
          </a:xfrm>
        </p:spPr>
        <p:txBody>
          <a:bodyPr>
            <a:normAutofit/>
          </a:bodyPr>
          <a:lstStyle>
            <a:lvl1pPr>
              <a:defRPr sz="2000"/>
            </a:lvl1pPr>
            <a:lvl2pPr>
              <a:defRPr sz="1800"/>
            </a:lvl2pPr>
            <a:lvl3pPr>
              <a:defRPr sz="1600"/>
            </a:lvl3pPr>
            <a:lvl4pPr>
              <a:defRPr sz="1400"/>
            </a:lvl4pPr>
            <a:lvl5pPr>
              <a:defRPr sz="14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Slide Number Placeholder 6">
            <a:extLst>
              <a:ext uri="{FF2B5EF4-FFF2-40B4-BE49-F238E27FC236}">
                <a16:creationId xmlns:a16="http://schemas.microsoft.com/office/drawing/2014/main" id="{1954C901-FCAF-4DFB-A621-6A969641CA73}"/>
              </a:ext>
            </a:extLst>
          </p:cNvPr>
          <p:cNvSpPr>
            <a:spLocks noGrp="1"/>
          </p:cNvSpPr>
          <p:nvPr>
            <p:ph type="sldNum" sz="quarter" idx="10"/>
          </p:nvPr>
        </p:nvSpPr>
        <p:spPr/>
        <p:txBody>
          <a:bodyPr/>
          <a:lstStyle/>
          <a:p>
            <a:r>
              <a:rPr lang="en-US" dirty="0"/>
              <a:t>PAGE </a:t>
            </a:r>
            <a:fld id="{4A9B5881-4007-4345-955A-79C2656F0C49}" type="slidenum">
              <a:rPr lang="en-US" smtClean="0"/>
              <a:pPr/>
              <a:t>‹#›</a:t>
            </a:fld>
            <a:endParaRPr lang="en-US" dirty="0"/>
          </a:p>
        </p:txBody>
      </p:sp>
    </p:spTree>
    <p:extLst>
      <p:ext uri="{BB962C8B-B14F-4D97-AF65-F5344CB8AC3E}">
        <p14:creationId xmlns:p14="http://schemas.microsoft.com/office/powerpoint/2010/main" val="2292145525"/>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9AF2623-2255-4BBA-9577-B3A3FD2AE8E8}"/>
              </a:ext>
            </a:extLst>
          </p:cNvPr>
          <p:cNvSpPr>
            <a:spLocks noGrp="1"/>
          </p:cNvSpPr>
          <p:nvPr>
            <p:ph type="title"/>
          </p:nvPr>
        </p:nvSpPr>
        <p:spPr/>
        <p:txBody>
          <a:bodyPr/>
          <a:lstStyle/>
          <a:p>
            <a:r>
              <a:rPr lang="en-US"/>
              <a:t>Click to edit Master title style</a:t>
            </a:r>
          </a:p>
        </p:txBody>
      </p:sp>
      <p:sp>
        <p:nvSpPr>
          <p:cNvPr id="3" name="Slide Number Placeholder 2">
            <a:extLst>
              <a:ext uri="{FF2B5EF4-FFF2-40B4-BE49-F238E27FC236}">
                <a16:creationId xmlns:a16="http://schemas.microsoft.com/office/drawing/2014/main" id="{5259F0F0-5E7C-4FC9-8E90-6ADCD7A714B6}"/>
              </a:ext>
            </a:extLst>
          </p:cNvPr>
          <p:cNvSpPr>
            <a:spLocks noGrp="1"/>
          </p:cNvSpPr>
          <p:nvPr>
            <p:ph type="sldNum" sz="quarter" idx="10"/>
          </p:nvPr>
        </p:nvSpPr>
        <p:spPr/>
        <p:txBody>
          <a:bodyPr/>
          <a:lstStyle/>
          <a:p>
            <a:r>
              <a:rPr lang="en-US" dirty="0"/>
              <a:t>PAGE </a:t>
            </a:r>
            <a:fld id="{4A9B5881-4007-4345-955A-79C2656F0C49}" type="slidenum">
              <a:rPr lang="en-US" smtClean="0"/>
              <a:pPr/>
              <a:t>‹#›</a:t>
            </a:fld>
            <a:endParaRPr lang="en-US" dirty="0"/>
          </a:p>
        </p:txBody>
      </p:sp>
    </p:spTree>
    <p:extLst>
      <p:ext uri="{BB962C8B-B14F-4D97-AF65-F5344CB8AC3E}">
        <p14:creationId xmlns:p14="http://schemas.microsoft.com/office/powerpoint/2010/main" val="3105532259"/>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0A9D3FFB-BE14-4D90-A515-10EDD1BEE6F1}"/>
              </a:ext>
            </a:extLst>
          </p:cNvPr>
          <p:cNvSpPr>
            <a:spLocks noGrp="1"/>
          </p:cNvSpPr>
          <p:nvPr>
            <p:ph type="sldNum" sz="quarter" idx="10"/>
          </p:nvPr>
        </p:nvSpPr>
        <p:spPr/>
        <p:txBody>
          <a:bodyPr/>
          <a:lstStyle/>
          <a:p>
            <a:r>
              <a:rPr lang="en-US" dirty="0"/>
              <a:t>PAGE </a:t>
            </a:r>
            <a:fld id="{4A9B5881-4007-4345-955A-79C2656F0C49}" type="slidenum">
              <a:rPr lang="en-US" smtClean="0"/>
              <a:pPr/>
              <a:t>‹#›</a:t>
            </a:fld>
            <a:endParaRPr lang="en-US" dirty="0"/>
          </a:p>
        </p:txBody>
      </p:sp>
    </p:spTree>
    <p:extLst>
      <p:ext uri="{BB962C8B-B14F-4D97-AF65-F5344CB8AC3E}">
        <p14:creationId xmlns:p14="http://schemas.microsoft.com/office/powerpoint/2010/main" val="3627673970"/>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2451E51-BE82-4B1B-9CB6-89C26464DBE2}"/>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Content Placeholder 2">
            <a:extLst>
              <a:ext uri="{FF2B5EF4-FFF2-40B4-BE49-F238E27FC236}">
                <a16:creationId xmlns:a16="http://schemas.microsoft.com/office/drawing/2014/main" id="{04CCBF8C-3CF7-47E6-9AB0-15584178B449}"/>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a:extLst>
              <a:ext uri="{FF2B5EF4-FFF2-40B4-BE49-F238E27FC236}">
                <a16:creationId xmlns:a16="http://schemas.microsoft.com/office/drawing/2014/main" id="{3D07DA3C-0298-45CF-AFC3-41031C0763E3}"/>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Slide Number Placeholder 4">
            <a:extLst>
              <a:ext uri="{FF2B5EF4-FFF2-40B4-BE49-F238E27FC236}">
                <a16:creationId xmlns:a16="http://schemas.microsoft.com/office/drawing/2014/main" id="{F7C4FF87-D01E-416B-9EF8-E107C4EDDC42}"/>
              </a:ext>
            </a:extLst>
          </p:cNvPr>
          <p:cNvSpPr>
            <a:spLocks noGrp="1"/>
          </p:cNvSpPr>
          <p:nvPr>
            <p:ph type="sldNum" sz="quarter" idx="10"/>
          </p:nvPr>
        </p:nvSpPr>
        <p:spPr/>
        <p:txBody>
          <a:bodyPr/>
          <a:lstStyle/>
          <a:p>
            <a:r>
              <a:rPr lang="en-US" dirty="0"/>
              <a:t>PAGE </a:t>
            </a:r>
            <a:fld id="{4A9B5881-4007-4345-955A-79C2656F0C49}" type="slidenum">
              <a:rPr lang="en-US" smtClean="0"/>
              <a:pPr/>
              <a:t>‹#›</a:t>
            </a:fld>
            <a:endParaRPr lang="en-US" dirty="0"/>
          </a:p>
        </p:txBody>
      </p:sp>
    </p:spTree>
    <p:extLst>
      <p:ext uri="{BB962C8B-B14F-4D97-AF65-F5344CB8AC3E}">
        <p14:creationId xmlns:p14="http://schemas.microsoft.com/office/powerpoint/2010/main" val="398533459"/>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slideLayout" Target="../slideLayouts/slideLayout12.xml"/><Relationship Id="rId13" Type="http://schemas.openxmlformats.org/officeDocument/2006/relationships/slideLayout" Target="../slideLayouts/slideLayout13.xml"/><Relationship Id="rId14" Type="http://schemas.openxmlformats.org/officeDocument/2006/relationships/slideLayout" Target="../slideLayouts/slideLayout14.xml"/><Relationship Id="rId15" Type="http://schemas.openxmlformats.org/officeDocument/2006/relationships/theme" Target="../theme/theme1.xml"/><Relationship Id="rId16" Type="http://schemas.openxmlformats.org/officeDocument/2006/relationships/image" Target="../media/image1.png"/></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tx1">
            <a:lumMod val="95000"/>
            <a:lumOff val="5000"/>
          </a:schemeClr>
        </a:solidFill>
        <a:effectLst/>
      </p:bgPr>
    </p:bg>
    <p:spTree>
      <p:nvGrpSpPr>
        <p:cNvPr id="1" name=""/>
        <p:cNvGrpSpPr/>
        <p:nvPr/>
      </p:nvGrpSpPr>
      <p:grpSpPr>
        <a:xfrm>
          <a:off x="0" y="0"/>
          <a:ext cx="0" cy="0"/>
          <a:chOff x="0" y="0"/>
          <a:chExt cx="0" cy="0"/>
        </a:xfrm>
      </p:grpSpPr>
      <p:pic>
        <p:nvPicPr>
          <p:cNvPr id="5" name="Picture 4">
            <a:extLst>
              <a:ext uri="{FF2B5EF4-FFF2-40B4-BE49-F238E27FC236}">
                <a16:creationId xmlns:a16="http://schemas.microsoft.com/office/drawing/2014/main" id="{448E4AFE-E166-4B84-B0C8-9205038D8033}"/>
              </a:ext>
            </a:extLst>
          </p:cNvPr>
          <p:cNvPicPr>
            <a:picLocks noChangeAspect="1"/>
          </p:cNvPicPr>
          <p:nvPr userDrawn="1"/>
        </p:nvPicPr>
        <p:blipFill>
          <a:blip r:embed="rId16" cstate="screen">
            <a:extLst>
              <a:ext uri="{28A0092B-C50C-407E-A947-70E740481C1C}">
                <a14:useLocalDpi xmlns:a14="http://schemas.microsoft.com/office/drawing/2010/main"/>
              </a:ext>
            </a:extLst>
          </a:blip>
          <a:stretch>
            <a:fillRect/>
          </a:stretch>
        </p:blipFill>
        <p:spPr>
          <a:xfrm flipV="1">
            <a:off x="0" y="0"/>
            <a:ext cx="12192000" cy="6858000"/>
          </a:xfrm>
          <a:prstGeom prst="rect">
            <a:avLst/>
          </a:prstGeom>
        </p:spPr>
      </p:pic>
      <p:sp>
        <p:nvSpPr>
          <p:cNvPr id="2" name="Title Placeholder 1">
            <a:extLst>
              <a:ext uri="{FF2B5EF4-FFF2-40B4-BE49-F238E27FC236}">
                <a16:creationId xmlns:a16="http://schemas.microsoft.com/office/drawing/2014/main" id="{6C617517-B672-49BA-AC6E-AB66D0639A58}"/>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a:extLst>
              <a:ext uri="{FF2B5EF4-FFF2-40B4-BE49-F238E27FC236}">
                <a16:creationId xmlns:a16="http://schemas.microsoft.com/office/drawing/2014/main" id="{6EC92C27-7843-4B22-9200-B7304E6AE4CD}"/>
              </a:ext>
            </a:extLst>
          </p:cNvPr>
          <p:cNvSpPr>
            <a:spLocks noGrp="1"/>
          </p:cNvSpPr>
          <p:nvPr>
            <p:ph type="body" idx="1"/>
          </p:nvPr>
        </p:nvSpPr>
        <p:spPr>
          <a:xfrm>
            <a:off x="838200" y="1825625"/>
            <a:ext cx="10515598"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6" name="Slide Number Placeholder 5">
            <a:extLst>
              <a:ext uri="{FF2B5EF4-FFF2-40B4-BE49-F238E27FC236}">
                <a16:creationId xmlns:a16="http://schemas.microsoft.com/office/drawing/2014/main" id="{52DB4F10-F75B-41A8-B994-BFF68949E59A}"/>
              </a:ext>
            </a:extLst>
          </p:cNvPr>
          <p:cNvSpPr>
            <a:spLocks noGrp="1"/>
          </p:cNvSpPr>
          <p:nvPr>
            <p:ph type="sldNum" sz="quarter" idx="4"/>
          </p:nvPr>
        </p:nvSpPr>
        <p:spPr>
          <a:xfrm>
            <a:off x="11353800" y="6361475"/>
            <a:ext cx="838200" cy="360000"/>
          </a:xfrm>
          <a:prstGeom prst="rect">
            <a:avLst/>
          </a:prstGeom>
          <a:solidFill>
            <a:schemeClr val="tx1">
              <a:lumMod val="85000"/>
              <a:lumOff val="15000"/>
            </a:schemeClr>
          </a:solidFill>
        </p:spPr>
        <p:txBody>
          <a:bodyPr vert="horz" lIns="91440" tIns="45720" rIns="91440" bIns="45720" rtlCol="0" anchor="ctr"/>
          <a:lstStyle>
            <a:lvl1pPr algn="ctr">
              <a:defRPr sz="1200">
                <a:solidFill>
                  <a:schemeClr val="bg1"/>
                </a:solidFill>
              </a:defRPr>
            </a:lvl1pPr>
          </a:lstStyle>
          <a:p>
            <a:r>
              <a:rPr lang="en-US" dirty="0"/>
              <a:t>PAGE </a:t>
            </a:r>
            <a:fld id="{4A9B5881-4007-4345-955A-79C2656F0C49}" type="slidenum">
              <a:rPr lang="en-US" smtClean="0"/>
              <a:pPr/>
              <a:t>‹#›</a:t>
            </a:fld>
            <a:endParaRPr lang="en-US" dirty="0"/>
          </a:p>
        </p:txBody>
      </p:sp>
      <p:sp>
        <p:nvSpPr>
          <p:cNvPr id="7" name="Rectangle 6">
            <a:extLst>
              <a:ext uri="{FF2B5EF4-FFF2-40B4-BE49-F238E27FC236}">
                <a16:creationId xmlns:a16="http://schemas.microsoft.com/office/drawing/2014/main" id="{512D21E2-8DEB-4F43-A26E-B8DA900A9230}"/>
              </a:ext>
            </a:extLst>
          </p:cNvPr>
          <p:cNvSpPr/>
          <p:nvPr userDrawn="1"/>
        </p:nvSpPr>
        <p:spPr>
          <a:xfrm>
            <a:off x="0" y="6721475"/>
            <a:ext cx="12192000" cy="136525"/>
          </a:xfrm>
          <a:prstGeom prst="rect">
            <a:avLst/>
          </a:prstGeom>
          <a:gradFill>
            <a:gsLst>
              <a:gs pos="0">
                <a:schemeClr val="accent2"/>
              </a:gs>
              <a:gs pos="100000">
                <a:schemeClr val="tx1">
                  <a:lumMod val="75000"/>
                  <a:lumOff val="25000"/>
                </a:schemeClr>
              </a:gs>
            </a:gsLst>
            <a:lin ang="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8" name="Rectangle 7">
            <a:extLst>
              <a:ext uri="{FF2B5EF4-FFF2-40B4-BE49-F238E27FC236}">
                <a16:creationId xmlns:a16="http://schemas.microsoft.com/office/drawing/2014/main" id="{35CD3143-7FD1-40EA-AA4A-47C72380AEC2}"/>
              </a:ext>
            </a:extLst>
          </p:cNvPr>
          <p:cNvSpPr/>
          <p:nvPr userDrawn="1"/>
        </p:nvSpPr>
        <p:spPr>
          <a:xfrm>
            <a:off x="11353798" y="6721474"/>
            <a:ext cx="838201" cy="136526"/>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Tree>
    <p:extLst>
      <p:ext uri="{BB962C8B-B14F-4D97-AF65-F5344CB8AC3E}">
        <p14:creationId xmlns:p14="http://schemas.microsoft.com/office/powerpoint/2010/main" val="3853920126"/>
      </p:ext>
    </p:extLst>
  </p:cSld>
  <p:clrMap bg1="lt1" tx1="dk1" bg2="lt2" tx2="dk2" accent1="accent1" accent2="accent2" accent3="accent3" accent4="accent4" accent5="accent5" accent6="accent6" hlink="hlink" folHlink="folHlink"/>
  <p:sldLayoutIdLst>
    <p:sldLayoutId id="2147483661" r:id="rId1"/>
    <p:sldLayoutId id="2147483659" r:id="rId2"/>
    <p:sldLayoutId id="2147483660" r:id="rId3"/>
    <p:sldLayoutId id="2147483665" r:id="rId4"/>
    <p:sldLayoutId id="2147483666" r:id="rId5"/>
    <p:sldLayoutId id="2147483650" r:id="rId6"/>
    <p:sldLayoutId id="2147483663" r:id="rId7"/>
    <p:sldLayoutId id="2147483664" r:id="rId8"/>
    <p:sldLayoutId id="2147483651" r:id="rId9"/>
    <p:sldLayoutId id="2147483652" r:id="rId10"/>
    <p:sldLayoutId id="2147483653" r:id="rId11"/>
    <p:sldLayoutId id="2147483654" r:id="rId12"/>
    <p:sldLayoutId id="2147483655" r:id="rId13"/>
    <p:sldLayoutId id="2147483656" r:id="rId14"/>
  </p:sldLayoutIdLst>
  <p:hf hdr="0" ftr="0" dt="0"/>
  <p:txStyles>
    <p:titleStyle>
      <a:lvl1pPr algn="l" defTabSz="914400" rtl="0" eaLnBrk="1" latinLnBrk="0" hangingPunct="1">
        <a:lnSpc>
          <a:spcPct val="90000"/>
        </a:lnSpc>
        <a:spcBef>
          <a:spcPct val="0"/>
        </a:spcBef>
        <a:buNone/>
        <a:defRPr sz="4400" kern="1200">
          <a:solidFill>
            <a:schemeClr val="bg1"/>
          </a:solidFill>
          <a:latin typeface="+mj-lt"/>
          <a:ea typeface="+mj-ea"/>
          <a:cs typeface="+mj-cs"/>
        </a:defRPr>
      </a:lvl1pPr>
    </p:titleStyle>
    <p:bodyStyle>
      <a:lvl1pPr marL="228600" indent="-228600" algn="l" defTabSz="914400" rtl="0" eaLnBrk="1" latinLnBrk="0" hangingPunct="1">
        <a:lnSpc>
          <a:spcPct val="90000"/>
        </a:lnSpc>
        <a:spcBef>
          <a:spcPts val="1000"/>
        </a:spcBef>
        <a:buClr>
          <a:schemeClr val="accent2"/>
        </a:buClr>
        <a:buFont typeface="Wingdings" panose="05000000000000000000" pitchFamily="2" charset="2"/>
        <a:buChar char="§"/>
        <a:defRPr sz="2800" kern="1200">
          <a:solidFill>
            <a:schemeClr val="bg1"/>
          </a:solidFill>
          <a:latin typeface="+mn-lt"/>
          <a:ea typeface="+mn-ea"/>
          <a:cs typeface="+mn-cs"/>
        </a:defRPr>
      </a:lvl1pPr>
      <a:lvl2pPr marL="685800" indent="-228600" algn="l" defTabSz="914400" rtl="0" eaLnBrk="1" latinLnBrk="0" hangingPunct="1">
        <a:lnSpc>
          <a:spcPct val="90000"/>
        </a:lnSpc>
        <a:spcBef>
          <a:spcPts val="500"/>
        </a:spcBef>
        <a:buFont typeface="Wingdings" panose="05000000000000000000" pitchFamily="2" charset="2"/>
        <a:buChar char="§"/>
        <a:defRPr sz="2400" kern="1200">
          <a:solidFill>
            <a:schemeClr val="bg1"/>
          </a:solidFill>
          <a:latin typeface="+mn-lt"/>
          <a:ea typeface="+mn-ea"/>
          <a:cs typeface="+mn-cs"/>
        </a:defRPr>
      </a:lvl2pPr>
      <a:lvl3pPr marL="1143000" indent="-228600" algn="l" defTabSz="914400" rtl="0" eaLnBrk="1" latinLnBrk="0" hangingPunct="1">
        <a:lnSpc>
          <a:spcPct val="90000"/>
        </a:lnSpc>
        <a:spcBef>
          <a:spcPts val="500"/>
        </a:spcBef>
        <a:buFont typeface="Wingdings" panose="05000000000000000000" pitchFamily="2" charset="2"/>
        <a:buChar char="§"/>
        <a:defRPr sz="2000" kern="1200">
          <a:solidFill>
            <a:schemeClr val="bg1"/>
          </a:solidFill>
          <a:latin typeface="+mn-lt"/>
          <a:ea typeface="+mn-ea"/>
          <a:cs typeface="+mn-cs"/>
        </a:defRPr>
      </a:lvl3pPr>
      <a:lvl4pPr marL="1600200" indent="-228600" algn="l" defTabSz="914400" rtl="0" eaLnBrk="1" latinLnBrk="0" hangingPunct="1">
        <a:lnSpc>
          <a:spcPct val="90000"/>
        </a:lnSpc>
        <a:spcBef>
          <a:spcPts val="500"/>
        </a:spcBef>
        <a:buFont typeface="Wingdings" panose="05000000000000000000" pitchFamily="2" charset="2"/>
        <a:buChar char="§"/>
        <a:defRPr sz="1800" kern="1200">
          <a:solidFill>
            <a:schemeClr val="bg1"/>
          </a:solidFill>
          <a:latin typeface="+mn-lt"/>
          <a:ea typeface="+mn-ea"/>
          <a:cs typeface="+mn-cs"/>
        </a:defRPr>
      </a:lvl4pPr>
      <a:lvl5pPr marL="2057400" indent="-228600" algn="l" defTabSz="914400" rtl="0" eaLnBrk="1" latinLnBrk="0" hangingPunct="1">
        <a:lnSpc>
          <a:spcPct val="90000"/>
        </a:lnSpc>
        <a:spcBef>
          <a:spcPts val="500"/>
        </a:spcBef>
        <a:buFont typeface="Wingdings" panose="05000000000000000000" pitchFamily="2" charset="2"/>
        <a:buChar char="§"/>
        <a:defRPr sz="1800" kern="1200">
          <a:solidFill>
            <a:schemeClr val="bg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2.jpe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diagramData" Target="../diagrams/data1.xml"/><Relationship Id="rId3" Type="http://schemas.openxmlformats.org/officeDocument/2006/relationships/diagramLayout" Target="../diagrams/layout1.xml"/><Relationship Id="rId4" Type="http://schemas.openxmlformats.org/officeDocument/2006/relationships/diagramQuickStyle" Target="../diagrams/quickStyle1.xml"/><Relationship Id="rId5" Type="http://schemas.openxmlformats.org/officeDocument/2006/relationships/diagramColors" Target="../diagrams/colors1.xml"/><Relationship Id="rId6" Type="http://schemas.microsoft.com/office/2007/relationships/diagramDrawing" Target="../diagrams/drawing1.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diagramData" Target="../diagrams/data2.xml"/><Relationship Id="rId3" Type="http://schemas.openxmlformats.org/officeDocument/2006/relationships/diagramLayout" Target="../diagrams/layout2.xml"/><Relationship Id="rId4" Type="http://schemas.openxmlformats.org/officeDocument/2006/relationships/diagramQuickStyle" Target="../diagrams/quickStyle2.xml"/><Relationship Id="rId5" Type="http://schemas.openxmlformats.org/officeDocument/2006/relationships/diagramColors" Target="../diagrams/colors2.xml"/><Relationship Id="rId6" Type="http://schemas.microsoft.com/office/2007/relationships/diagramDrawing" Target="../diagrams/drawing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diagramData" Target="../diagrams/data3.xml"/><Relationship Id="rId3" Type="http://schemas.openxmlformats.org/officeDocument/2006/relationships/diagramLayout" Target="../diagrams/layout3.xml"/><Relationship Id="rId4" Type="http://schemas.openxmlformats.org/officeDocument/2006/relationships/diagramQuickStyle" Target="../diagrams/quickStyle3.xml"/><Relationship Id="rId5" Type="http://schemas.openxmlformats.org/officeDocument/2006/relationships/diagramColors" Target="../diagrams/colors3.xml"/><Relationship Id="rId6" Type="http://schemas.microsoft.com/office/2007/relationships/diagramDrawing" Target="../diagrams/drawing3.xml"/><Relationship Id="rId7" Type="http://schemas.openxmlformats.org/officeDocument/2006/relationships/image" Target="../media/image13.png"/><Relationship Id="rId8" Type="http://schemas.openxmlformats.org/officeDocument/2006/relationships/image" Target="../media/image14.svg"/><Relationship Id="rId9" Type="http://schemas.openxmlformats.org/officeDocument/2006/relationships/image" Target="../media/image15.png"/><Relationship Id="rId10" Type="http://schemas.openxmlformats.org/officeDocument/2006/relationships/image" Target="../media/image16.svg"/><Relationship Id="rId11" Type="http://schemas.openxmlformats.org/officeDocument/2006/relationships/image" Target="../media/image17.png"/><Relationship Id="rId12" Type="http://schemas.openxmlformats.org/officeDocument/2006/relationships/image" Target="../media/image18.sv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image" Target="../media/image19.jpe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20.jpg"/></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21.jpg"/></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22.jpg"/></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23.jpg"/></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24.jpg"/></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25.jpg"/></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26.jpg"/></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27.jpg"/></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28.jpg"/></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29.jpg"/></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30.jpg"/><Relationship Id="rId3" Type="http://schemas.openxmlformats.org/officeDocument/2006/relationships/image" Target="../media/image31.jpg"/></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32.jpg"/></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33.jpg"/></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34.jpg"/></Relationships>
</file>

<file path=ppt/slides/_rels/slide5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4.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5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35.jpg"/></Relationships>
</file>

<file path=ppt/slides/_rels/slide6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6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36.jpg"/></Relationships>
</file>

<file path=ppt/slides/_rels/slide6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E10C5037-DA4A-44E2-A9FB-84B1498768A7}"/>
              </a:ext>
            </a:extLst>
          </p:cNvPr>
          <p:cNvSpPr>
            <a:spLocks noGrp="1"/>
          </p:cNvSpPr>
          <p:nvPr>
            <p:ph type="title"/>
          </p:nvPr>
        </p:nvSpPr>
        <p:spPr/>
        <p:txBody>
          <a:bodyPr/>
          <a:lstStyle/>
          <a:p>
            <a:r>
              <a:rPr lang="en-US" dirty="0"/>
              <a:t>Teach a Course</a:t>
            </a:r>
          </a:p>
        </p:txBody>
      </p:sp>
      <p:pic>
        <p:nvPicPr>
          <p:cNvPr id="29" name="Picture Placeholder 28" descr="Young student drawing on a whiteboard">
            <a:extLst>
              <a:ext uri="{FF2B5EF4-FFF2-40B4-BE49-F238E27FC236}">
                <a16:creationId xmlns:a16="http://schemas.microsoft.com/office/drawing/2014/main" id="{AE2FE2E9-1D1E-404B-A659-DD19B5D66B5B}"/>
              </a:ext>
            </a:extLst>
          </p:cNvPr>
          <p:cNvPicPr>
            <a:picLocks noGrp="1" noChangeAspect="1"/>
          </p:cNvPicPr>
          <p:nvPr>
            <p:ph type="pic" idx="1"/>
          </p:nvPr>
        </p:nvPicPr>
        <p:blipFill>
          <a:blip r:embed="rId2" cstate="screen">
            <a:extLst>
              <a:ext uri="{28A0092B-C50C-407E-A947-70E740481C1C}">
                <a14:useLocalDpi xmlns:a14="http://schemas.microsoft.com/office/drawing/2010/main"/>
              </a:ext>
            </a:extLst>
          </a:blip>
          <a:srcRect/>
          <a:stretch>
            <a:fillRect/>
          </a:stretch>
        </p:blipFill>
        <p:spPr/>
      </p:pic>
      <p:sp>
        <p:nvSpPr>
          <p:cNvPr id="6" name="Text Placeholder 5">
            <a:extLst>
              <a:ext uri="{FF2B5EF4-FFF2-40B4-BE49-F238E27FC236}">
                <a16:creationId xmlns:a16="http://schemas.microsoft.com/office/drawing/2014/main" id="{1397C2DB-90F2-4971-AC44-7CDDF5A3B552}"/>
              </a:ext>
            </a:extLst>
          </p:cNvPr>
          <p:cNvSpPr>
            <a:spLocks noGrp="1"/>
          </p:cNvSpPr>
          <p:nvPr>
            <p:ph type="body" sz="half" idx="2"/>
          </p:nvPr>
        </p:nvSpPr>
        <p:spPr/>
        <p:txBody>
          <a:bodyPr/>
          <a:lstStyle/>
          <a:p>
            <a:r>
              <a:rPr lang="en-US" dirty="0"/>
              <a:t>Double Tap to Add Subtitle</a:t>
            </a:r>
          </a:p>
        </p:txBody>
      </p:sp>
      <p:sp>
        <p:nvSpPr>
          <p:cNvPr id="15" name="Slide Number Placeholder 14">
            <a:extLst>
              <a:ext uri="{FF2B5EF4-FFF2-40B4-BE49-F238E27FC236}">
                <a16:creationId xmlns:a16="http://schemas.microsoft.com/office/drawing/2014/main" id="{26F5C050-EB87-421A-8A5C-E6CB30102699}"/>
              </a:ext>
            </a:extLst>
          </p:cNvPr>
          <p:cNvSpPr>
            <a:spLocks noGrp="1"/>
          </p:cNvSpPr>
          <p:nvPr>
            <p:ph type="sldNum" sz="quarter" idx="10"/>
          </p:nvPr>
        </p:nvSpPr>
        <p:spPr/>
        <p:txBody>
          <a:bodyPr/>
          <a:lstStyle/>
          <a:p>
            <a:r>
              <a:rPr lang="en-US" dirty="0"/>
              <a:t>PAGE </a:t>
            </a:r>
            <a:fld id="{4A9B5881-4007-4345-955A-79C2656F0C49}" type="slidenum">
              <a:rPr lang="en-US" smtClean="0"/>
              <a:pPr/>
              <a:t>1</a:t>
            </a:fld>
            <a:endParaRPr lang="en-US" dirty="0"/>
          </a:p>
        </p:txBody>
      </p:sp>
    </p:spTree>
    <p:extLst>
      <p:ext uri="{BB962C8B-B14F-4D97-AF65-F5344CB8AC3E}">
        <p14:creationId xmlns:p14="http://schemas.microsoft.com/office/powerpoint/2010/main" val="1136250268"/>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8F58AE6-56F6-44E8-8BBF-23277B1773E4}"/>
              </a:ext>
            </a:extLst>
          </p:cNvPr>
          <p:cNvSpPr>
            <a:spLocks noGrp="1"/>
          </p:cNvSpPr>
          <p:nvPr>
            <p:ph type="title"/>
          </p:nvPr>
        </p:nvSpPr>
        <p:spPr>
          <a:gradFill>
            <a:gsLst>
              <a:gs pos="1000">
                <a:schemeClr val="tx1">
                  <a:lumMod val="85000"/>
                  <a:lumOff val="15000"/>
                </a:schemeClr>
              </a:gs>
              <a:gs pos="100000">
                <a:schemeClr val="accent2">
                  <a:lumMod val="50000"/>
                </a:schemeClr>
              </a:gs>
            </a:gsLst>
          </a:gradFill>
        </p:spPr>
        <p:txBody>
          <a:bodyPr/>
          <a:lstStyle/>
          <a:p>
            <a:pPr algn="r"/>
            <a:r>
              <a:rPr lang="en-US" dirty="0">
                <a:solidFill>
                  <a:schemeClr val="bg1"/>
                </a:solidFill>
              </a:rPr>
              <a:t>Course</a:t>
            </a:r>
            <a:br>
              <a:rPr lang="en-US" dirty="0">
                <a:solidFill>
                  <a:schemeClr val="bg1"/>
                </a:solidFill>
              </a:rPr>
            </a:br>
            <a:r>
              <a:rPr lang="en-US" dirty="0">
                <a:solidFill>
                  <a:schemeClr val="bg1"/>
                </a:solidFill>
              </a:rPr>
              <a:t>Outline</a:t>
            </a:r>
          </a:p>
        </p:txBody>
      </p:sp>
      <p:graphicFrame>
        <p:nvGraphicFramePr>
          <p:cNvPr id="10" name="Content Placeholder 2" descr="List Content Placeholder">
            <a:extLst>
              <a:ext uri="{FF2B5EF4-FFF2-40B4-BE49-F238E27FC236}">
                <a16:creationId xmlns:a16="http://schemas.microsoft.com/office/drawing/2014/main" id="{4DBF5C5D-E8C1-4EFB-87B6-B4245AB407AE}"/>
              </a:ext>
            </a:extLst>
          </p:cNvPr>
          <p:cNvGraphicFramePr>
            <a:graphicFrameLocks noGrp="1"/>
          </p:cNvGraphicFramePr>
          <p:nvPr>
            <p:ph idx="1"/>
            <p:extLst>
              <p:ext uri="{D42A27DB-BD31-4B8C-83A1-F6EECF244321}">
                <p14:modId xmlns:p14="http://schemas.microsoft.com/office/powerpoint/2010/main" val="1102654880"/>
              </p:ext>
            </p:extLst>
          </p:nvPr>
        </p:nvGraphicFramePr>
        <p:xfrm>
          <a:off x="4562476" y="365125"/>
          <a:ext cx="6791323" cy="5984875"/>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
        <p:nvSpPr>
          <p:cNvPr id="20" name="Slide Number Placeholder 19">
            <a:extLst>
              <a:ext uri="{FF2B5EF4-FFF2-40B4-BE49-F238E27FC236}">
                <a16:creationId xmlns:a16="http://schemas.microsoft.com/office/drawing/2014/main" id="{3AEC0301-E9AA-4478-9E23-C372DBDCE653}"/>
              </a:ext>
            </a:extLst>
          </p:cNvPr>
          <p:cNvSpPr>
            <a:spLocks noGrp="1"/>
          </p:cNvSpPr>
          <p:nvPr>
            <p:ph type="sldNum" sz="quarter" idx="10"/>
          </p:nvPr>
        </p:nvSpPr>
        <p:spPr/>
        <p:txBody>
          <a:bodyPr/>
          <a:lstStyle/>
          <a:p>
            <a:r>
              <a:rPr lang="en-US" dirty="0"/>
              <a:t>PAGE </a:t>
            </a:r>
            <a:fld id="{4A9B5881-4007-4345-955A-79C2656F0C49}" type="slidenum">
              <a:rPr lang="en-US" smtClean="0"/>
              <a:pPr/>
              <a:t>2</a:t>
            </a:fld>
            <a:endParaRPr lang="en-US" dirty="0"/>
          </a:p>
        </p:txBody>
      </p:sp>
    </p:spTree>
    <p:extLst>
      <p:ext uri="{BB962C8B-B14F-4D97-AF65-F5344CB8AC3E}">
        <p14:creationId xmlns:p14="http://schemas.microsoft.com/office/powerpoint/2010/main" val="4080338747"/>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8F58AE6-56F6-44E8-8BBF-23277B1773E4}"/>
              </a:ext>
            </a:extLst>
          </p:cNvPr>
          <p:cNvSpPr>
            <a:spLocks noGrp="1"/>
          </p:cNvSpPr>
          <p:nvPr>
            <p:ph type="title"/>
          </p:nvPr>
        </p:nvSpPr>
        <p:spPr>
          <a:xfrm>
            <a:off x="7512000" y="0"/>
            <a:ext cx="4680000" cy="6721473"/>
          </a:xfrm>
        </p:spPr>
        <p:txBody>
          <a:bodyPr/>
          <a:lstStyle/>
          <a:p>
            <a:r>
              <a:rPr lang="en-US" dirty="0"/>
              <a:t>Course</a:t>
            </a:r>
            <a:br>
              <a:rPr lang="en-US"/>
            </a:br>
            <a:r>
              <a:rPr lang="en-US"/>
              <a:t>Outline </a:t>
            </a:r>
            <a:endParaRPr lang="en-US" dirty="0"/>
          </a:p>
        </p:txBody>
      </p:sp>
      <p:graphicFrame>
        <p:nvGraphicFramePr>
          <p:cNvPr id="3" name="Content Placeholder 2" descr="List Content Placeholder">
            <a:extLst>
              <a:ext uri="{FF2B5EF4-FFF2-40B4-BE49-F238E27FC236}">
                <a16:creationId xmlns:a16="http://schemas.microsoft.com/office/drawing/2014/main" id="{00DD6853-7971-494B-A148-546DF3F15457}"/>
              </a:ext>
            </a:extLst>
          </p:cNvPr>
          <p:cNvGraphicFramePr>
            <a:graphicFrameLocks noGrp="1"/>
          </p:cNvGraphicFramePr>
          <p:nvPr>
            <p:ph idx="1"/>
            <p:extLst>
              <p:ext uri="{D42A27DB-BD31-4B8C-83A1-F6EECF244321}">
                <p14:modId xmlns:p14="http://schemas.microsoft.com/office/powerpoint/2010/main" val="3146978983"/>
              </p:ext>
            </p:extLst>
          </p:nvPr>
        </p:nvGraphicFramePr>
        <p:xfrm>
          <a:off x="838200" y="365124"/>
          <a:ext cx="6156323" cy="5984875"/>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
        <p:nvSpPr>
          <p:cNvPr id="20" name="Slide Number Placeholder 19">
            <a:extLst>
              <a:ext uri="{FF2B5EF4-FFF2-40B4-BE49-F238E27FC236}">
                <a16:creationId xmlns:a16="http://schemas.microsoft.com/office/drawing/2014/main" id="{3AEC0301-E9AA-4478-9E23-C372DBDCE653}"/>
              </a:ext>
            </a:extLst>
          </p:cNvPr>
          <p:cNvSpPr>
            <a:spLocks noGrp="1"/>
          </p:cNvSpPr>
          <p:nvPr>
            <p:ph type="sldNum" sz="quarter" idx="10"/>
          </p:nvPr>
        </p:nvSpPr>
        <p:spPr>
          <a:xfrm>
            <a:off x="11353800" y="6361475"/>
            <a:ext cx="838200" cy="360000"/>
          </a:xfrm>
        </p:spPr>
        <p:txBody>
          <a:bodyPr/>
          <a:lstStyle/>
          <a:p>
            <a:r>
              <a:rPr lang="en-US" dirty="0"/>
              <a:t>PAGE </a:t>
            </a:r>
            <a:fld id="{4A9B5881-4007-4345-955A-79C2656F0C49}" type="slidenum">
              <a:rPr lang="en-US" smtClean="0"/>
              <a:pPr/>
              <a:t>3</a:t>
            </a:fld>
            <a:endParaRPr lang="en-US" dirty="0"/>
          </a:p>
        </p:txBody>
      </p:sp>
    </p:spTree>
    <p:extLst>
      <p:ext uri="{BB962C8B-B14F-4D97-AF65-F5344CB8AC3E}">
        <p14:creationId xmlns:p14="http://schemas.microsoft.com/office/powerpoint/2010/main" val="3089782522"/>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199600F-A17E-4354-A7AB-0CC2A43A9354}"/>
              </a:ext>
            </a:extLst>
          </p:cNvPr>
          <p:cNvSpPr>
            <a:spLocks noGrp="1"/>
          </p:cNvSpPr>
          <p:nvPr>
            <p:ph type="title"/>
          </p:nvPr>
        </p:nvSpPr>
        <p:spPr>
          <a:xfrm>
            <a:off x="838200" y="611076"/>
            <a:ext cx="2044700" cy="833663"/>
          </a:xfrm>
        </p:spPr>
        <p:txBody>
          <a:bodyPr/>
          <a:lstStyle/>
          <a:p>
            <a:r>
              <a:rPr lang="en-US" dirty="0"/>
              <a:t>First Skill</a:t>
            </a:r>
          </a:p>
        </p:txBody>
      </p:sp>
      <p:sp>
        <p:nvSpPr>
          <p:cNvPr id="3" name="Content Placeholder 2">
            <a:extLst>
              <a:ext uri="{FF2B5EF4-FFF2-40B4-BE49-F238E27FC236}">
                <a16:creationId xmlns:a16="http://schemas.microsoft.com/office/drawing/2014/main" id="{FA6A4B49-27C8-46B6-8B11-AD7E8F615E2C}"/>
              </a:ext>
            </a:extLst>
          </p:cNvPr>
          <p:cNvSpPr>
            <a:spLocks noGrp="1"/>
          </p:cNvSpPr>
          <p:nvPr>
            <p:ph idx="1"/>
          </p:nvPr>
        </p:nvSpPr>
        <p:spPr/>
        <p:txBody>
          <a:bodyPr/>
          <a:lstStyle/>
          <a:p>
            <a:r>
              <a:rPr lang="en-US" dirty="0"/>
              <a:t>Lorem ipsum </a:t>
            </a:r>
            <a:r>
              <a:rPr lang="en-US" noProof="1"/>
              <a:t>dolor sit amet, consectetur adipiscing elit. Etiam aliquet eu mi quis lacinia. Ut fermentum a magna ut eleifend. Integer convallis suscipit ante eu varius. </a:t>
            </a:r>
          </a:p>
          <a:p>
            <a:r>
              <a:rPr lang="en-US" noProof="1"/>
              <a:t>Morbi a purus dolor. Suspendisse sit amet ipsum finibus justo viverra blandit. Ut congue quis tortor eget sodales. Nulla a erat eget nunc hendrerit ultrices eu nec nulla. </a:t>
            </a:r>
          </a:p>
          <a:p>
            <a:r>
              <a:rPr lang="en-US" noProof="1"/>
              <a:t>Donec viverra leo aliquet, auctor quam id, convallis orci. Sed in molestie est. Cras ornare turpis at ligula posuere, sit amet accumsan neque lobortis. Maecenas mattis risus ligula, sed ullamcorper nunc efficitur sed. Praesent venenatis quam tortor, id viverra nunc rutrum a. Maecenas malesuada ultricies sapien sit amet pharetra. </a:t>
            </a:r>
          </a:p>
        </p:txBody>
      </p:sp>
      <p:sp>
        <p:nvSpPr>
          <p:cNvPr id="4" name="Slide Number Placeholder 3">
            <a:extLst>
              <a:ext uri="{FF2B5EF4-FFF2-40B4-BE49-F238E27FC236}">
                <a16:creationId xmlns:a16="http://schemas.microsoft.com/office/drawing/2014/main" id="{62B4CE3A-8C88-45AA-A849-57E5A7AC22C1}"/>
              </a:ext>
            </a:extLst>
          </p:cNvPr>
          <p:cNvSpPr>
            <a:spLocks noGrp="1"/>
          </p:cNvSpPr>
          <p:nvPr>
            <p:ph type="sldNum" sz="quarter" idx="10"/>
          </p:nvPr>
        </p:nvSpPr>
        <p:spPr>
          <a:xfrm>
            <a:off x="11353800" y="6361475"/>
            <a:ext cx="838200" cy="360000"/>
          </a:xfrm>
        </p:spPr>
        <p:txBody>
          <a:bodyPr/>
          <a:lstStyle/>
          <a:p>
            <a:r>
              <a:rPr lang="en-US" dirty="0"/>
              <a:t>PAGE </a:t>
            </a:r>
            <a:fld id="{4A9B5881-4007-4345-955A-79C2656F0C49}" type="slidenum">
              <a:rPr lang="en-US" smtClean="0"/>
              <a:pPr/>
              <a:t>4</a:t>
            </a:fld>
            <a:endParaRPr lang="en-US" dirty="0"/>
          </a:p>
        </p:txBody>
      </p:sp>
      <p:sp>
        <p:nvSpPr>
          <p:cNvPr id="8" name="Rectangle 7">
            <a:extLst>
              <a:ext uri="{FF2B5EF4-FFF2-40B4-BE49-F238E27FC236}">
                <a16:creationId xmlns:a16="http://schemas.microsoft.com/office/drawing/2014/main" id="{52C2DB72-01A8-424A-8CEF-8BD2418A8D25}"/>
              </a:ext>
              <a:ext uri="{C183D7F6-B498-43B3-948B-1728B52AA6E4}">
                <adec:decorative xmlns:adec="http://schemas.microsoft.com/office/drawing/2017/decorative" val="1"/>
              </a:ext>
            </a:extLst>
          </p:cNvPr>
          <p:cNvSpPr/>
          <p:nvPr/>
        </p:nvSpPr>
        <p:spPr>
          <a:xfrm>
            <a:off x="1145309" y="6361475"/>
            <a:ext cx="2552123" cy="360000"/>
          </a:xfrm>
          <a:prstGeom prst="rect">
            <a:avLst/>
          </a:prstGeom>
          <a:gradFill>
            <a:gsLst>
              <a:gs pos="0">
                <a:schemeClr val="accent2"/>
              </a:gs>
              <a:gs pos="100000">
                <a:schemeClr val="tx1">
                  <a:lumMod val="75000"/>
                  <a:lumOff val="25000"/>
                </a:schemeClr>
              </a:gs>
            </a:gsLst>
            <a:lin ang="0" scaled="0"/>
          </a:gra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r>
              <a:rPr lang="en-US" sz="1200" dirty="0"/>
              <a:t>First Skill</a:t>
            </a:r>
          </a:p>
        </p:txBody>
      </p:sp>
      <p:sp>
        <p:nvSpPr>
          <p:cNvPr id="10" name="Rectangle 9">
            <a:extLst>
              <a:ext uri="{FF2B5EF4-FFF2-40B4-BE49-F238E27FC236}">
                <a16:creationId xmlns:a16="http://schemas.microsoft.com/office/drawing/2014/main" id="{95AAAEAA-CCF6-4E36-A4A3-5AF49D00995B}"/>
              </a:ext>
              <a:ext uri="{C183D7F6-B498-43B3-948B-1728B52AA6E4}">
                <adec:decorative xmlns:adec="http://schemas.microsoft.com/office/drawing/2017/decorative" val="1"/>
              </a:ext>
            </a:extLst>
          </p:cNvPr>
          <p:cNvSpPr/>
          <p:nvPr/>
        </p:nvSpPr>
        <p:spPr>
          <a:xfrm>
            <a:off x="3697432" y="6562004"/>
            <a:ext cx="2552123" cy="159471"/>
          </a:xfrm>
          <a:prstGeom prst="rect">
            <a:avLst/>
          </a:prstGeom>
          <a:solidFill>
            <a:schemeClr val="tx1">
              <a:lumMod val="75000"/>
              <a:lumOff val="2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r>
              <a:rPr lang="en-US" sz="1200" dirty="0"/>
              <a:t>Second Skill</a:t>
            </a:r>
          </a:p>
        </p:txBody>
      </p:sp>
      <p:sp>
        <p:nvSpPr>
          <p:cNvPr id="11" name="Rectangle 10">
            <a:extLst>
              <a:ext uri="{FF2B5EF4-FFF2-40B4-BE49-F238E27FC236}">
                <a16:creationId xmlns:a16="http://schemas.microsoft.com/office/drawing/2014/main" id="{5F253864-26FA-4AB1-9F0A-4F57D870EE85}"/>
              </a:ext>
              <a:ext uri="{C183D7F6-B498-43B3-948B-1728B52AA6E4}">
                <adec:decorative xmlns:adec="http://schemas.microsoft.com/office/drawing/2017/decorative" val="1"/>
              </a:ext>
            </a:extLst>
          </p:cNvPr>
          <p:cNvSpPr/>
          <p:nvPr/>
        </p:nvSpPr>
        <p:spPr>
          <a:xfrm>
            <a:off x="6249555" y="6562004"/>
            <a:ext cx="2552123" cy="159471"/>
          </a:xfrm>
          <a:prstGeom prst="rect">
            <a:avLst/>
          </a:prstGeom>
          <a:solidFill>
            <a:schemeClr val="tx1">
              <a:lumMod val="85000"/>
              <a:lumOff val="1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r>
              <a:rPr lang="en-US" sz="1200" dirty="0"/>
              <a:t>Third Skill</a:t>
            </a:r>
          </a:p>
        </p:txBody>
      </p:sp>
      <p:sp>
        <p:nvSpPr>
          <p:cNvPr id="12" name="Rectangle 11">
            <a:extLst>
              <a:ext uri="{FF2B5EF4-FFF2-40B4-BE49-F238E27FC236}">
                <a16:creationId xmlns:a16="http://schemas.microsoft.com/office/drawing/2014/main" id="{84949406-858F-4224-BC48-197463899896}"/>
              </a:ext>
              <a:ext uri="{C183D7F6-B498-43B3-948B-1728B52AA6E4}">
                <adec:decorative xmlns:adec="http://schemas.microsoft.com/office/drawing/2017/decorative" val="1"/>
              </a:ext>
            </a:extLst>
          </p:cNvPr>
          <p:cNvSpPr/>
          <p:nvPr/>
        </p:nvSpPr>
        <p:spPr>
          <a:xfrm>
            <a:off x="8801677" y="6562004"/>
            <a:ext cx="2552123" cy="159471"/>
          </a:xfrm>
          <a:prstGeom prst="rect">
            <a:avLst/>
          </a:prstGeom>
          <a:solidFill>
            <a:schemeClr val="tx1">
              <a:lumMod val="95000"/>
              <a:lumOff val="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r>
              <a:rPr lang="en-US" sz="1200" dirty="0"/>
              <a:t>Conclusion</a:t>
            </a:r>
          </a:p>
        </p:txBody>
      </p:sp>
      <p:sp>
        <p:nvSpPr>
          <p:cNvPr id="14" name="Isosceles Triangle 13">
            <a:extLst>
              <a:ext uri="{FF2B5EF4-FFF2-40B4-BE49-F238E27FC236}">
                <a16:creationId xmlns:a16="http://schemas.microsoft.com/office/drawing/2014/main" id="{1D0A4E21-00BC-4451-94C9-943503852954}"/>
              </a:ext>
              <a:ext uri="{C183D7F6-B498-43B3-948B-1728B52AA6E4}">
                <adec:decorative xmlns:adec="http://schemas.microsoft.com/office/drawing/2017/decorative" val="1"/>
              </a:ext>
            </a:extLst>
          </p:cNvPr>
          <p:cNvSpPr/>
          <p:nvPr/>
        </p:nvSpPr>
        <p:spPr>
          <a:xfrm rot="10800000">
            <a:off x="2349947" y="6271566"/>
            <a:ext cx="142847" cy="91567"/>
          </a:xfrm>
          <a:prstGeom prst="triangle">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Tree>
    <p:extLst>
      <p:ext uri="{BB962C8B-B14F-4D97-AF65-F5344CB8AC3E}">
        <p14:creationId xmlns:p14="http://schemas.microsoft.com/office/powerpoint/2010/main" val="2169832658"/>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4">
            <a:extLst>
              <a:ext uri="{FF2B5EF4-FFF2-40B4-BE49-F238E27FC236}">
                <a16:creationId xmlns:a16="http://schemas.microsoft.com/office/drawing/2014/main" id="{C8855392-9FED-4979-8AC6-A73037648D43}"/>
              </a:ext>
            </a:extLst>
          </p:cNvPr>
          <p:cNvSpPr>
            <a:spLocks noGrp="1"/>
          </p:cNvSpPr>
          <p:nvPr>
            <p:ph type="title"/>
          </p:nvPr>
        </p:nvSpPr>
        <p:spPr>
          <a:xfrm>
            <a:off x="838200" y="611077"/>
            <a:ext cx="2717800" cy="833663"/>
          </a:xfrm>
        </p:spPr>
        <p:txBody>
          <a:bodyPr/>
          <a:lstStyle/>
          <a:p>
            <a:r>
              <a:rPr lang="en-US" dirty="0"/>
              <a:t>Second Skill</a:t>
            </a:r>
          </a:p>
        </p:txBody>
      </p:sp>
      <p:graphicFrame>
        <p:nvGraphicFramePr>
          <p:cNvPr id="10" name="Content Placeholder 2" descr="Content Placeholder">
            <a:extLst>
              <a:ext uri="{FF2B5EF4-FFF2-40B4-BE49-F238E27FC236}">
                <a16:creationId xmlns:a16="http://schemas.microsoft.com/office/drawing/2014/main" id="{47A11266-E870-4547-80E5-8133E862A757}"/>
              </a:ext>
            </a:extLst>
          </p:cNvPr>
          <p:cNvGraphicFramePr>
            <a:graphicFrameLocks noGrp="1"/>
          </p:cNvGraphicFramePr>
          <p:nvPr>
            <p:ph idx="1"/>
            <p:extLst>
              <p:ext uri="{D42A27DB-BD31-4B8C-83A1-F6EECF244321}">
                <p14:modId xmlns:p14="http://schemas.microsoft.com/office/powerpoint/2010/main" val="4145113940"/>
              </p:ext>
            </p:extLst>
          </p:nvPr>
        </p:nvGraphicFramePr>
        <p:xfrm>
          <a:off x="838200" y="1825625"/>
          <a:ext cx="10515600" cy="4351338"/>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pic>
        <p:nvPicPr>
          <p:cNvPr id="12" name="Graphic 11" descr="Map with pin">
            <a:extLst>
              <a:ext uri="{FF2B5EF4-FFF2-40B4-BE49-F238E27FC236}">
                <a16:creationId xmlns:a16="http://schemas.microsoft.com/office/drawing/2014/main" id="{F2110C71-00D1-4949-9213-38E48FACED03}"/>
              </a:ext>
            </a:extLst>
          </p:cNvPr>
          <p:cNvPicPr>
            <a:picLocks noChangeAspect="1"/>
          </p:cNvPicPr>
          <p:nvPr/>
        </p:nvPicPr>
        <p:blipFill>
          <a:blip r:embed="rId7">
            <a:extLst>
              <a:ext uri="{28A0092B-C50C-407E-A947-70E740481C1C}">
                <a14:useLocalDpi xmlns:a14="http://schemas.microsoft.com/office/drawing/2010/main"/>
              </a:ext>
              <a:ext uri="{96DAC541-7B7A-43D3-8B79-37D633B846F1}">
                <asvg:svgBlip xmlns:asvg="http://schemas.microsoft.com/office/drawing/2016/SVG/main" r:embed="rId8"/>
              </a:ext>
            </a:extLst>
          </a:blip>
          <a:stretch>
            <a:fillRect/>
          </a:stretch>
        </p:blipFill>
        <p:spPr>
          <a:xfrm>
            <a:off x="2130926" y="2545226"/>
            <a:ext cx="624548" cy="624548"/>
          </a:xfrm>
          <a:prstGeom prst="rect">
            <a:avLst/>
          </a:prstGeom>
        </p:spPr>
      </p:pic>
      <p:pic>
        <p:nvPicPr>
          <p:cNvPr id="14" name="Graphic 13" descr="Signpost">
            <a:extLst>
              <a:ext uri="{FF2B5EF4-FFF2-40B4-BE49-F238E27FC236}">
                <a16:creationId xmlns:a16="http://schemas.microsoft.com/office/drawing/2014/main" id="{F3D6B7B3-DCDF-47A1-B092-0D8D01630A4E}"/>
              </a:ext>
            </a:extLst>
          </p:cNvPr>
          <p:cNvPicPr>
            <a:picLocks noChangeAspect="1"/>
          </p:cNvPicPr>
          <p:nvPr/>
        </p:nvPicPr>
        <p:blipFill>
          <a:blip r:embed="rId9">
            <a:extLst>
              <a:ext uri="{28A0092B-C50C-407E-A947-70E740481C1C}">
                <a14:useLocalDpi xmlns:a14="http://schemas.microsoft.com/office/drawing/2010/main"/>
              </a:ext>
              <a:ext uri="{96DAC541-7B7A-43D3-8B79-37D633B846F1}">
                <asvg:svgBlip xmlns:asvg="http://schemas.microsoft.com/office/drawing/2016/SVG/main" r:embed="rId10"/>
              </a:ext>
            </a:extLst>
          </a:blip>
          <a:stretch>
            <a:fillRect/>
          </a:stretch>
        </p:blipFill>
        <p:spPr>
          <a:xfrm>
            <a:off x="5783726" y="2545226"/>
            <a:ext cx="624548" cy="624548"/>
          </a:xfrm>
          <a:prstGeom prst="rect">
            <a:avLst/>
          </a:prstGeom>
        </p:spPr>
      </p:pic>
      <p:pic>
        <p:nvPicPr>
          <p:cNvPr id="16" name="Graphic 15" descr="Canyon scene">
            <a:extLst>
              <a:ext uri="{FF2B5EF4-FFF2-40B4-BE49-F238E27FC236}">
                <a16:creationId xmlns:a16="http://schemas.microsoft.com/office/drawing/2014/main" id="{D988924E-5A5D-4D29-95C0-814C9160BBFA}"/>
              </a:ext>
            </a:extLst>
          </p:cNvPr>
          <p:cNvPicPr>
            <a:picLocks noChangeAspect="1"/>
          </p:cNvPicPr>
          <p:nvPr/>
        </p:nvPicPr>
        <p:blipFill>
          <a:blip r:embed="rId11">
            <a:extLst>
              <a:ext uri="{28A0092B-C50C-407E-A947-70E740481C1C}">
                <a14:useLocalDpi xmlns:a14="http://schemas.microsoft.com/office/drawing/2010/main"/>
              </a:ext>
              <a:ext uri="{96DAC541-7B7A-43D3-8B79-37D633B846F1}">
                <asvg:svgBlip xmlns:asvg="http://schemas.microsoft.com/office/drawing/2016/SVG/main" r:embed="rId12"/>
              </a:ext>
            </a:extLst>
          </a:blip>
          <a:stretch>
            <a:fillRect/>
          </a:stretch>
        </p:blipFill>
        <p:spPr>
          <a:xfrm>
            <a:off x="9436526" y="2659526"/>
            <a:ext cx="624548" cy="624548"/>
          </a:xfrm>
          <a:prstGeom prst="rect">
            <a:avLst/>
          </a:prstGeom>
        </p:spPr>
      </p:pic>
      <p:sp>
        <p:nvSpPr>
          <p:cNvPr id="4" name="Slide Number Placeholder 3">
            <a:extLst>
              <a:ext uri="{FF2B5EF4-FFF2-40B4-BE49-F238E27FC236}">
                <a16:creationId xmlns:a16="http://schemas.microsoft.com/office/drawing/2014/main" id="{32934DE9-1653-4F9E-B307-C53A27B2182D}"/>
              </a:ext>
            </a:extLst>
          </p:cNvPr>
          <p:cNvSpPr>
            <a:spLocks noGrp="1"/>
          </p:cNvSpPr>
          <p:nvPr>
            <p:ph type="sldNum" sz="quarter" idx="10"/>
          </p:nvPr>
        </p:nvSpPr>
        <p:spPr/>
        <p:txBody>
          <a:bodyPr/>
          <a:lstStyle/>
          <a:p>
            <a:r>
              <a:rPr lang="en-US" dirty="0"/>
              <a:t>PAGE </a:t>
            </a:r>
            <a:fld id="{4A9B5881-4007-4345-955A-79C2656F0C49}" type="slidenum">
              <a:rPr lang="en-US" smtClean="0"/>
              <a:pPr/>
              <a:t>5</a:t>
            </a:fld>
            <a:endParaRPr lang="en-US" dirty="0"/>
          </a:p>
        </p:txBody>
      </p:sp>
      <p:sp>
        <p:nvSpPr>
          <p:cNvPr id="8" name="Rectangle 7">
            <a:extLst>
              <a:ext uri="{FF2B5EF4-FFF2-40B4-BE49-F238E27FC236}">
                <a16:creationId xmlns:a16="http://schemas.microsoft.com/office/drawing/2014/main" id="{5FE2B34C-7760-453F-8A81-50335F1BD6C4}"/>
              </a:ext>
              <a:ext uri="{C183D7F6-B498-43B3-948B-1728B52AA6E4}">
                <adec:decorative xmlns:adec="http://schemas.microsoft.com/office/drawing/2017/decorative" val="1"/>
              </a:ext>
            </a:extLst>
          </p:cNvPr>
          <p:cNvSpPr/>
          <p:nvPr/>
        </p:nvSpPr>
        <p:spPr>
          <a:xfrm>
            <a:off x="1145309" y="6557847"/>
            <a:ext cx="2552123" cy="163627"/>
          </a:xfrm>
          <a:prstGeom prst="rect">
            <a:avLst/>
          </a:prstGeom>
          <a:gradFill>
            <a:gsLst>
              <a:gs pos="0">
                <a:schemeClr val="accent2"/>
              </a:gs>
              <a:gs pos="100000">
                <a:schemeClr val="tx1">
                  <a:lumMod val="75000"/>
                  <a:lumOff val="25000"/>
                </a:schemeClr>
              </a:gs>
            </a:gsLst>
            <a:lin ang="0" scaled="0"/>
          </a:gra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r>
              <a:rPr lang="en-US" sz="1200" dirty="0"/>
              <a:t>First Skill</a:t>
            </a:r>
          </a:p>
        </p:txBody>
      </p:sp>
      <p:sp>
        <p:nvSpPr>
          <p:cNvPr id="9" name="Rectangle 8">
            <a:extLst>
              <a:ext uri="{FF2B5EF4-FFF2-40B4-BE49-F238E27FC236}">
                <a16:creationId xmlns:a16="http://schemas.microsoft.com/office/drawing/2014/main" id="{8BED1379-2C64-4902-A414-90051165C903}"/>
              </a:ext>
              <a:ext uri="{C183D7F6-B498-43B3-948B-1728B52AA6E4}">
                <adec:decorative xmlns:adec="http://schemas.microsoft.com/office/drawing/2017/decorative" val="1"/>
              </a:ext>
            </a:extLst>
          </p:cNvPr>
          <p:cNvSpPr/>
          <p:nvPr/>
        </p:nvSpPr>
        <p:spPr>
          <a:xfrm>
            <a:off x="3697432" y="6361476"/>
            <a:ext cx="2552123" cy="360000"/>
          </a:xfrm>
          <a:prstGeom prst="rect">
            <a:avLst/>
          </a:prstGeom>
          <a:solidFill>
            <a:schemeClr val="tx1">
              <a:lumMod val="75000"/>
              <a:lumOff val="2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r>
              <a:rPr lang="en-US" sz="1200" dirty="0"/>
              <a:t>Second Skill</a:t>
            </a:r>
          </a:p>
        </p:txBody>
      </p:sp>
      <p:sp>
        <p:nvSpPr>
          <p:cNvPr id="11" name="Rectangle 10">
            <a:extLst>
              <a:ext uri="{FF2B5EF4-FFF2-40B4-BE49-F238E27FC236}">
                <a16:creationId xmlns:a16="http://schemas.microsoft.com/office/drawing/2014/main" id="{774383B4-AACC-4685-AB80-6888FAA0B696}"/>
              </a:ext>
              <a:ext uri="{C183D7F6-B498-43B3-948B-1728B52AA6E4}">
                <adec:decorative xmlns:adec="http://schemas.microsoft.com/office/drawing/2017/decorative" val="1"/>
              </a:ext>
            </a:extLst>
          </p:cNvPr>
          <p:cNvSpPr/>
          <p:nvPr/>
        </p:nvSpPr>
        <p:spPr>
          <a:xfrm>
            <a:off x="6249555" y="6562004"/>
            <a:ext cx="2552123" cy="159471"/>
          </a:xfrm>
          <a:prstGeom prst="rect">
            <a:avLst/>
          </a:prstGeom>
          <a:solidFill>
            <a:schemeClr val="tx1">
              <a:lumMod val="85000"/>
              <a:lumOff val="1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r>
              <a:rPr lang="en-US" sz="1200" dirty="0"/>
              <a:t>Third Skill</a:t>
            </a:r>
          </a:p>
        </p:txBody>
      </p:sp>
      <p:sp>
        <p:nvSpPr>
          <p:cNvPr id="13" name="Rectangle 12">
            <a:extLst>
              <a:ext uri="{FF2B5EF4-FFF2-40B4-BE49-F238E27FC236}">
                <a16:creationId xmlns:a16="http://schemas.microsoft.com/office/drawing/2014/main" id="{EEC3D0FF-B59D-47D4-8EEE-5EF3EA7C3CC0}"/>
              </a:ext>
              <a:ext uri="{C183D7F6-B498-43B3-948B-1728B52AA6E4}">
                <adec:decorative xmlns:adec="http://schemas.microsoft.com/office/drawing/2017/decorative" val="1"/>
              </a:ext>
            </a:extLst>
          </p:cNvPr>
          <p:cNvSpPr/>
          <p:nvPr/>
        </p:nvSpPr>
        <p:spPr>
          <a:xfrm>
            <a:off x="8801677" y="6562004"/>
            <a:ext cx="2552123" cy="159471"/>
          </a:xfrm>
          <a:prstGeom prst="rect">
            <a:avLst/>
          </a:prstGeom>
          <a:solidFill>
            <a:schemeClr val="tx1">
              <a:lumMod val="95000"/>
              <a:lumOff val="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r>
              <a:rPr lang="en-US" sz="1200" dirty="0"/>
              <a:t>Conclusion</a:t>
            </a:r>
          </a:p>
        </p:txBody>
      </p:sp>
      <p:sp>
        <p:nvSpPr>
          <p:cNvPr id="17" name="Isosceles Triangle 16">
            <a:extLst>
              <a:ext uri="{FF2B5EF4-FFF2-40B4-BE49-F238E27FC236}">
                <a16:creationId xmlns:a16="http://schemas.microsoft.com/office/drawing/2014/main" id="{C1168A37-F12A-42E8-A95E-69747461C003}"/>
              </a:ext>
              <a:ext uri="{C183D7F6-B498-43B3-948B-1728B52AA6E4}">
                <adec:decorative xmlns:adec="http://schemas.microsoft.com/office/drawing/2017/decorative" val="1"/>
              </a:ext>
            </a:extLst>
          </p:cNvPr>
          <p:cNvSpPr/>
          <p:nvPr/>
        </p:nvSpPr>
        <p:spPr>
          <a:xfrm rot="10800000">
            <a:off x="4902070" y="6271566"/>
            <a:ext cx="142847" cy="91567"/>
          </a:xfrm>
          <a:prstGeom prst="triangle">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Tree>
    <p:extLst>
      <p:ext uri="{BB962C8B-B14F-4D97-AF65-F5344CB8AC3E}">
        <p14:creationId xmlns:p14="http://schemas.microsoft.com/office/powerpoint/2010/main" val="3879804219"/>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CDDC5365-EA36-45A8-8DBD-A6D8461EB21D}"/>
              </a:ext>
            </a:extLst>
          </p:cNvPr>
          <p:cNvSpPr>
            <a:spLocks noGrp="1"/>
          </p:cNvSpPr>
          <p:nvPr>
            <p:ph type="title"/>
          </p:nvPr>
        </p:nvSpPr>
        <p:spPr/>
        <p:txBody>
          <a:bodyPr/>
          <a:lstStyle/>
          <a:p>
            <a:r>
              <a:rPr lang="en-US" dirty="0"/>
              <a:t>Third Skill</a:t>
            </a:r>
          </a:p>
        </p:txBody>
      </p:sp>
      <p:pic>
        <p:nvPicPr>
          <p:cNvPr id="7" name="Picture Placeholder 6" descr="Woman with an AR headset">
            <a:extLst>
              <a:ext uri="{FF2B5EF4-FFF2-40B4-BE49-F238E27FC236}">
                <a16:creationId xmlns:a16="http://schemas.microsoft.com/office/drawing/2014/main" id="{2052C005-14A2-483C-8C1A-A3D21FF82E05}"/>
              </a:ext>
            </a:extLst>
          </p:cNvPr>
          <p:cNvPicPr>
            <a:picLocks noGrp="1" noChangeAspect="1"/>
          </p:cNvPicPr>
          <p:nvPr>
            <p:ph type="pic" idx="11"/>
          </p:nvPr>
        </p:nvPicPr>
        <p:blipFill rotWithShape="1">
          <a:blip r:embed="rId2" cstate="screen">
            <a:extLst>
              <a:ext uri="{28A0092B-C50C-407E-A947-70E740481C1C}">
                <a14:useLocalDpi xmlns:a14="http://schemas.microsoft.com/office/drawing/2010/main"/>
              </a:ext>
            </a:extLst>
          </a:blip>
          <a:srcRect/>
          <a:stretch/>
        </p:blipFill>
        <p:spPr>
          <a:xfrm flipH="1">
            <a:off x="0" y="0"/>
            <a:ext cx="6305550" cy="6727855"/>
          </a:xfrm>
        </p:spPr>
      </p:pic>
      <p:sp>
        <p:nvSpPr>
          <p:cNvPr id="4" name="Content Placeholder 3">
            <a:extLst>
              <a:ext uri="{FF2B5EF4-FFF2-40B4-BE49-F238E27FC236}">
                <a16:creationId xmlns:a16="http://schemas.microsoft.com/office/drawing/2014/main" id="{0D250B89-C4D5-43CB-81F0-EFF4588D7E45}"/>
              </a:ext>
            </a:extLst>
          </p:cNvPr>
          <p:cNvSpPr>
            <a:spLocks noGrp="1"/>
          </p:cNvSpPr>
          <p:nvPr>
            <p:ph idx="1"/>
          </p:nvPr>
        </p:nvSpPr>
        <p:spPr/>
        <p:txBody>
          <a:bodyPr>
            <a:normAutofit/>
          </a:bodyPr>
          <a:lstStyle/>
          <a:p>
            <a:r>
              <a:rPr lang="en-US" dirty="0"/>
              <a:t>Lorem </a:t>
            </a:r>
            <a:r>
              <a:rPr lang="en-US" noProof="1"/>
              <a:t>ipsum dolor sit amet, consectetur adipiscing elit. Etiam aliquet eu mi quis lacinia. </a:t>
            </a:r>
          </a:p>
          <a:p>
            <a:r>
              <a:rPr lang="en-US" noProof="1"/>
              <a:t>Morbi a purus dolor. Suspendisse sit amet ipsum finibus justo viverra blandit. Ut congue quis tortor eget sodales. Nulla a erat eget nunc hendrerit ultrices eu nec nulla. </a:t>
            </a:r>
          </a:p>
          <a:p>
            <a:r>
              <a:rPr lang="en-US" noProof="1"/>
              <a:t>Donec viverra leo aliquet, auctor quam id, convallis orci. Sed in molestie est. Cras ornare turpis at ligula posuere, sit amet accumsan neque lobortis. </a:t>
            </a:r>
          </a:p>
        </p:txBody>
      </p:sp>
      <p:sp>
        <p:nvSpPr>
          <p:cNvPr id="5" name="Slide Number Placeholder 4">
            <a:extLst>
              <a:ext uri="{FF2B5EF4-FFF2-40B4-BE49-F238E27FC236}">
                <a16:creationId xmlns:a16="http://schemas.microsoft.com/office/drawing/2014/main" id="{B18C9971-C7D2-435E-9037-EB3D7CCAF12D}"/>
              </a:ext>
            </a:extLst>
          </p:cNvPr>
          <p:cNvSpPr>
            <a:spLocks noGrp="1"/>
          </p:cNvSpPr>
          <p:nvPr>
            <p:ph type="sldNum" sz="quarter" idx="10"/>
          </p:nvPr>
        </p:nvSpPr>
        <p:spPr>
          <a:xfrm>
            <a:off x="11353800" y="6361475"/>
            <a:ext cx="838200" cy="360000"/>
          </a:xfrm>
        </p:spPr>
        <p:txBody>
          <a:bodyPr/>
          <a:lstStyle/>
          <a:p>
            <a:r>
              <a:rPr lang="en-US" dirty="0"/>
              <a:t>PAGE </a:t>
            </a:r>
            <a:fld id="{4A9B5881-4007-4345-955A-79C2656F0C49}" type="slidenum">
              <a:rPr lang="en-US" smtClean="0"/>
              <a:pPr/>
              <a:t>6</a:t>
            </a:fld>
            <a:endParaRPr lang="en-US" dirty="0"/>
          </a:p>
        </p:txBody>
      </p:sp>
      <p:sp>
        <p:nvSpPr>
          <p:cNvPr id="11" name="Rectangle 10">
            <a:extLst>
              <a:ext uri="{FF2B5EF4-FFF2-40B4-BE49-F238E27FC236}">
                <a16:creationId xmlns:a16="http://schemas.microsoft.com/office/drawing/2014/main" id="{08D655AF-5DBD-4954-B607-48D1914FC7DE}"/>
              </a:ext>
              <a:ext uri="{C183D7F6-B498-43B3-948B-1728B52AA6E4}">
                <adec:decorative xmlns:adec="http://schemas.microsoft.com/office/drawing/2017/decorative" val="1"/>
              </a:ext>
            </a:extLst>
          </p:cNvPr>
          <p:cNvSpPr/>
          <p:nvPr/>
        </p:nvSpPr>
        <p:spPr>
          <a:xfrm>
            <a:off x="1145309" y="6557848"/>
            <a:ext cx="2552123" cy="163627"/>
          </a:xfrm>
          <a:prstGeom prst="rect">
            <a:avLst/>
          </a:prstGeom>
          <a:gradFill>
            <a:gsLst>
              <a:gs pos="0">
                <a:schemeClr val="accent2"/>
              </a:gs>
              <a:gs pos="100000">
                <a:schemeClr val="tx1">
                  <a:lumMod val="75000"/>
                  <a:lumOff val="25000"/>
                </a:schemeClr>
              </a:gs>
            </a:gsLst>
            <a:lin ang="0" scaled="0"/>
          </a:gra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r>
              <a:rPr lang="en-US" sz="1200" dirty="0"/>
              <a:t>First Skill</a:t>
            </a:r>
          </a:p>
        </p:txBody>
      </p:sp>
      <p:sp>
        <p:nvSpPr>
          <p:cNvPr id="12" name="Rectangle 11">
            <a:extLst>
              <a:ext uri="{FF2B5EF4-FFF2-40B4-BE49-F238E27FC236}">
                <a16:creationId xmlns:a16="http://schemas.microsoft.com/office/drawing/2014/main" id="{EAE7730F-1A0D-4B11-BA09-6A6CAA96FE12}"/>
              </a:ext>
              <a:ext uri="{C183D7F6-B498-43B3-948B-1728B52AA6E4}">
                <adec:decorative xmlns:adec="http://schemas.microsoft.com/office/drawing/2017/decorative" val="1"/>
              </a:ext>
            </a:extLst>
          </p:cNvPr>
          <p:cNvSpPr/>
          <p:nvPr/>
        </p:nvSpPr>
        <p:spPr>
          <a:xfrm>
            <a:off x="3697432" y="6557846"/>
            <a:ext cx="2552123" cy="163629"/>
          </a:xfrm>
          <a:prstGeom prst="rect">
            <a:avLst/>
          </a:prstGeom>
          <a:solidFill>
            <a:schemeClr val="tx1">
              <a:lumMod val="75000"/>
              <a:lumOff val="2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r>
              <a:rPr lang="en-US" sz="1200" dirty="0"/>
              <a:t>Second Skill</a:t>
            </a:r>
          </a:p>
        </p:txBody>
      </p:sp>
      <p:sp>
        <p:nvSpPr>
          <p:cNvPr id="13" name="Rectangle 12">
            <a:extLst>
              <a:ext uri="{FF2B5EF4-FFF2-40B4-BE49-F238E27FC236}">
                <a16:creationId xmlns:a16="http://schemas.microsoft.com/office/drawing/2014/main" id="{4EF60258-6D59-4423-83CC-D7AC9D79D5E5}"/>
              </a:ext>
              <a:ext uri="{C183D7F6-B498-43B3-948B-1728B52AA6E4}">
                <adec:decorative xmlns:adec="http://schemas.microsoft.com/office/drawing/2017/decorative" val="1"/>
              </a:ext>
            </a:extLst>
          </p:cNvPr>
          <p:cNvSpPr/>
          <p:nvPr/>
        </p:nvSpPr>
        <p:spPr>
          <a:xfrm>
            <a:off x="6249555" y="6361475"/>
            <a:ext cx="2552123" cy="360000"/>
          </a:xfrm>
          <a:prstGeom prst="rect">
            <a:avLst/>
          </a:prstGeom>
          <a:solidFill>
            <a:schemeClr val="tx1">
              <a:lumMod val="85000"/>
              <a:lumOff val="1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r>
              <a:rPr lang="en-US" sz="1200" dirty="0"/>
              <a:t>Third Skill</a:t>
            </a:r>
          </a:p>
        </p:txBody>
      </p:sp>
      <p:sp>
        <p:nvSpPr>
          <p:cNvPr id="14" name="Rectangle 13">
            <a:extLst>
              <a:ext uri="{FF2B5EF4-FFF2-40B4-BE49-F238E27FC236}">
                <a16:creationId xmlns:a16="http://schemas.microsoft.com/office/drawing/2014/main" id="{964627DB-2C83-4D9C-A498-D5BCC9A2B3B4}"/>
              </a:ext>
              <a:ext uri="{C183D7F6-B498-43B3-948B-1728B52AA6E4}">
                <adec:decorative xmlns:adec="http://schemas.microsoft.com/office/drawing/2017/decorative" val="1"/>
              </a:ext>
            </a:extLst>
          </p:cNvPr>
          <p:cNvSpPr/>
          <p:nvPr/>
        </p:nvSpPr>
        <p:spPr>
          <a:xfrm>
            <a:off x="8801677" y="6562004"/>
            <a:ext cx="2552123" cy="159471"/>
          </a:xfrm>
          <a:prstGeom prst="rect">
            <a:avLst/>
          </a:prstGeom>
          <a:solidFill>
            <a:schemeClr val="tx1">
              <a:lumMod val="95000"/>
              <a:lumOff val="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r>
              <a:rPr lang="en-US" sz="1200" dirty="0"/>
              <a:t>Conclusion</a:t>
            </a:r>
          </a:p>
        </p:txBody>
      </p:sp>
      <p:sp>
        <p:nvSpPr>
          <p:cNvPr id="16" name="Isosceles Triangle 15">
            <a:extLst>
              <a:ext uri="{FF2B5EF4-FFF2-40B4-BE49-F238E27FC236}">
                <a16:creationId xmlns:a16="http://schemas.microsoft.com/office/drawing/2014/main" id="{C2887229-F913-4F63-8EC5-03C72B9082F4}"/>
              </a:ext>
              <a:ext uri="{C183D7F6-B498-43B3-948B-1728B52AA6E4}">
                <adec:decorative xmlns:adec="http://schemas.microsoft.com/office/drawing/2017/decorative" val="1"/>
              </a:ext>
            </a:extLst>
          </p:cNvPr>
          <p:cNvSpPr/>
          <p:nvPr/>
        </p:nvSpPr>
        <p:spPr>
          <a:xfrm rot="10800000">
            <a:off x="7454193" y="6271566"/>
            <a:ext cx="142847" cy="91567"/>
          </a:xfrm>
          <a:prstGeom prst="triangle">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Tree>
    <p:extLst>
      <p:ext uri="{BB962C8B-B14F-4D97-AF65-F5344CB8AC3E}">
        <p14:creationId xmlns:p14="http://schemas.microsoft.com/office/powerpoint/2010/main" val="3803842256"/>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8F58AE6-56F6-44E8-8BBF-23277B1773E4}"/>
              </a:ext>
            </a:extLst>
          </p:cNvPr>
          <p:cNvSpPr>
            <a:spLocks noGrp="1"/>
          </p:cNvSpPr>
          <p:nvPr>
            <p:ph type="title"/>
          </p:nvPr>
        </p:nvSpPr>
        <p:spPr/>
        <p:txBody>
          <a:bodyPr/>
          <a:lstStyle/>
          <a:p>
            <a:r>
              <a:rPr lang="en-US" dirty="0"/>
              <a:t>First Lesson Summary</a:t>
            </a:r>
          </a:p>
        </p:txBody>
      </p:sp>
      <p:sp>
        <p:nvSpPr>
          <p:cNvPr id="4" name="Content Placeholder 3">
            <a:extLst>
              <a:ext uri="{FF2B5EF4-FFF2-40B4-BE49-F238E27FC236}">
                <a16:creationId xmlns:a16="http://schemas.microsoft.com/office/drawing/2014/main" id="{8B863B31-6429-468C-9624-0D0BBDBACA62}"/>
              </a:ext>
            </a:extLst>
          </p:cNvPr>
          <p:cNvSpPr>
            <a:spLocks noGrp="1"/>
          </p:cNvSpPr>
          <p:nvPr>
            <p:ph idx="1"/>
          </p:nvPr>
        </p:nvSpPr>
        <p:spPr/>
        <p:txBody>
          <a:bodyPr>
            <a:normAutofit/>
          </a:bodyPr>
          <a:lstStyle/>
          <a:p>
            <a:pPr marL="0" indent="0">
              <a:buNone/>
            </a:pPr>
            <a:r>
              <a:rPr lang="en-US" dirty="0"/>
              <a:t>Here is what we learned</a:t>
            </a:r>
          </a:p>
          <a:p>
            <a:r>
              <a:rPr lang="en-US" sz="1800" b="1" dirty="0"/>
              <a:t>First skill: </a:t>
            </a:r>
            <a:br>
              <a:rPr lang="en-US" sz="1800" dirty="0"/>
            </a:br>
            <a:r>
              <a:rPr lang="en-US" sz="1800" dirty="0"/>
              <a:t>Lorem ipsum lorem ipsum lorem ipsum lorem ipsum lorem ipsum lorem ipsum lorem ipsum lorem ipsum lorem ipsum </a:t>
            </a:r>
          </a:p>
          <a:p>
            <a:endParaRPr lang="en-US" sz="1800" dirty="0"/>
          </a:p>
          <a:p>
            <a:r>
              <a:rPr lang="en-US" sz="1800" b="1" dirty="0"/>
              <a:t>Second skill: </a:t>
            </a:r>
            <a:br>
              <a:rPr lang="en-US" sz="1800" dirty="0"/>
            </a:br>
            <a:r>
              <a:rPr lang="en-US" sz="1800" dirty="0"/>
              <a:t>Lorem ipsum lorem ipsum lorem ipsum lorem ipsum lorem ipsum lorem ipsum lorem ipsum lorem ipsum lorem ipsum </a:t>
            </a:r>
          </a:p>
          <a:p>
            <a:endParaRPr lang="en-US" sz="1800" dirty="0"/>
          </a:p>
          <a:p>
            <a:r>
              <a:rPr lang="en-US" sz="1800" b="1" dirty="0"/>
              <a:t>Third skill: </a:t>
            </a:r>
            <a:br>
              <a:rPr lang="en-US" sz="1800" dirty="0"/>
            </a:br>
            <a:r>
              <a:rPr lang="en-US" sz="1800" dirty="0"/>
              <a:t>Lorem ipsum lorem ipsum lorem ipsum lorem ipsum lorem ipsum lorem ipsum lorem ipsum lorem ipsum lorem ipsum</a:t>
            </a:r>
          </a:p>
        </p:txBody>
      </p:sp>
      <p:sp>
        <p:nvSpPr>
          <p:cNvPr id="20" name="Slide Number Placeholder 19">
            <a:extLst>
              <a:ext uri="{FF2B5EF4-FFF2-40B4-BE49-F238E27FC236}">
                <a16:creationId xmlns:a16="http://schemas.microsoft.com/office/drawing/2014/main" id="{3AEC0301-E9AA-4478-9E23-C372DBDCE653}"/>
              </a:ext>
            </a:extLst>
          </p:cNvPr>
          <p:cNvSpPr>
            <a:spLocks noGrp="1"/>
          </p:cNvSpPr>
          <p:nvPr>
            <p:ph type="sldNum" sz="quarter" idx="10"/>
          </p:nvPr>
        </p:nvSpPr>
        <p:spPr>
          <a:xfrm>
            <a:off x="11353800" y="6361475"/>
            <a:ext cx="838200" cy="360000"/>
          </a:xfrm>
        </p:spPr>
        <p:txBody>
          <a:bodyPr/>
          <a:lstStyle/>
          <a:p>
            <a:r>
              <a:rPr lang="en-US" dirty="0"/>
              <a:t>PAGE </a:t>
            </a:r>
            <a:fld id="{4A9B5881-4007-4345-955A-79C2656F0C49}" type="slidenum">
              <a:rPr lang="en-US" smtClean="0"/>
              <a:pPr/>
              <a:t>7</a:t>
            </a:fld>
            <a:endParaRPr lang="en-US" dirty="0"/>
          </a:p>
        </p:txBody>
      </p:sp>
      <p:sp>
        <p:nvSpPr>
          <p:cNvPr id="5" name="Rectangle 4">
            <a:extLst>
              <a:ext uri="{FF2B5EF4-FFF2-40B4-BE49-F238E27FC236}">
                <a16:creationId xmlns:a16="http://schemas.microsoft.com/office/drawing/2014/main" id="{093D1241-4F6B-4523-A0D3-68E3CDBC0F28}"/>
              </a:ext>
              <a:ext uri="{C183D7F6-B498-43B3-948B-1728B52AA6E4}">
                <adec:decorative xmlns:adec="http://schemas.microsoft.com/office/drawing/2017/decorative" val="1"/>
              </a:ext>
            </a:extLst>
          </p:cNvPr>
          <p:cNvSpPr/>
          <p:nvPr/>
        </p:nvSpPr>
        <p:spPr>
          <a:xfrm>
            <a:off x="1145309" y="6557848"/>
            <a:ext cx="2552123" cy="163627"/>
          </a:xfrm>
          <a:prstGeom prst="rect">
            <a:avLst/>
          </a:prstGeom>
          <a:gradFill>
            <a:gsLst>
              <a:gs pos="0">
                <a:schemeClr val="accent2"/>
              </a:gs>
              <a:gs pos="100000">
                <a:schemeClr val="tx1">
                  <a:lumMod val="75000"/>
                  <a:lumOff val="25000"/>
                </a:schemeClr>
              </a:gs>
            </a:gsLst>
            <a:lin ang="0" scaled="0"/>
          </a:gra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r>
              <a:rPr lang="en-US" sz="1200" dirty="0"/>
              <a:t>First Skill</a:t>
            </a:r>
          </a:p>
        </p:txBody>
      </p:sp>
      <p:sp>
        <p:nvSpPr>
          <p:cNvPr id="6" name="Rectangle 5">
            <a:extLst>
              <a:ext uri="{FF2B5EF4-FFF2-40B4-BE49-F238E27FC236}">
                <a16:creationId xmlns:a16="http://schemas.microsoft.com/office/drawing/2014/main" id="{C7BF8379-6FA4-47C8-A343-950346DD4931}"/>
              </a:ext>
              <a:ext uri="{C183D7F6-B498-43B3-948B-1728B52AA6E4}">
                <adec:decorative xmlns:adec="http://schemas.microsoft.com/office/drawing/2017/decorative" val="1"/>
              </a:ext>
            </a:extLst>
          </p:cNvPr>
          <p:cNvSpPr/>
          <p:nvPr/>
        </p:nvSpPr>
        <p:spPr>
          <a:xfrm>
            <a:off x="3697432" y="6557846"/>
            <a:ext cx="2552123" cy="163629"/>
          </a:xfrm>
          <a:prstGeom prst="rect">
            <a:avLst/>
          </a:prstGeom>
          <a:solidFill>
            <a:schemeClr val="tx1">
              <a:lumMod val="75000"/>
              <a:lumOff val="2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r>
              <a:rPr lang="en-US" sz="1200" dirty="0"/>
              <a:t>Second Skill</a:t>
            </a:r>
          </a:p>
        </p:txBody>
      </p:sp>
      <p:sp>
        <p:nvSpPr>
          <p:cNvPr id="7" name="Rectangle 6">
            <a:extLst>
              <a:ext uri="{FF2B5EF4-FFF2-40B4-BE49-F238E27FC236}">
                <a16:creationId xmlns:a16="http://schemas.microsoft.com/office/drawing/2014/main" id="{CD0DE557-B4FF-44B4-B945-B5B41DBDA39C}"/>
              </a:ext>
              <a:ext uri="{C183D7F6-B498-43B3-948B-1728B52AA6E4}">
                <adec:decorative xmlns:adec="http://schemas.microsoft.com/office/drawing/2017/decorative" val="1"/>
              </a:ext>
            </a:extLst>
          </p:cNvPr>
          <p:cNvSpPr/>
          <p:nvPr/>
        </p:nvSpPr>
        <p:spPr>
          <a:xfrm>
            <a:off x="6249555" y="6557845"/>
            <a:ext cx="2552123" cy="163630"/>
          </a:xfrm>
          <a:prstGeom prst="rect">
            <a:avLst/>
          </a:prstGeom>
          <a:solidFill>
            <a:schemeClr val="tx1">
              <a:lumMod val="85000"/>
              <a:lumOff val="1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r>
              <a:rPr lang="en-US" sz="1200" dirty="0"/>
              <a:t>Third Skill</a:t>
            </a:r>
          </a:p>
        </p:txBody>
      </p:sp>
      <p:sp>
        <p:nvSpPr>
          <p:cNvPr id="8" name="Rectangle 7">
            <a:extLst>
              <a:ext uri="{FF2B5EF4-FFF2-40B4-BE49-F238E27FC236}">
                <a16:creationId xmlns:a16="http://schemas.microsoft.com/office/drawing/2014/main" id="{BB801CDE-088C-4A56-83CA-BF9F271065B0}"/>
              </a:ext>
              <a:ext uri="{C183D7F6-B498-43B3-948B-1728B52AA6E4}">
                <adec:decorative xmlns:adec="http://schemas.microsoft.com/office/drawing/2017/decorative" val="1"/>
              </a:ext>
            </a:extLst>
          </p:cNvPr>
          <p:cNvSpPr/>
          <p:nvPr/>
        </p:nvSpPr>
        <p:spPr>
          <a:xfrm>
            <a:off x="8801677" y="6361475"/>
            <a:ext cx="2552123" cy="360000"/>
          </a:xfrm>
          <a:prstGeom prst="rect">
            <a:avLst/>
          </a:prstGeom>
          <a:solidFill>
            <a:schemeClr val="tx1">
              <a:lumMod val="95000"/>
              <a:lumOff val="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r>
              <a:rPr lang="en-US" sz="1200" dirty="0"/>
              <a:t>Conclusion</a:t>
            </a:r>
          </a:p>
        </p:txBody>
      </p:sp>
      <p:sp>
        <p:nvSpPr>
          <p:cNvPr id="10" name="Isosceles Triangle 9">
            <a:extLst>
              <a:ext uri="{FF2B5EF4-FFF2-40B4-BE49-F238E27FC236}">
                <a16:creationId xmlns:a16="http://schemas.microsoft.com/office/drawing/2014/main" id="{792980D7-ED01-4955-83DB-59BA18C94FBA}"/>
              </a:ext>
              <a:ext uri="{C183D7F6-B498-43B3-948B-1728B52AA6E4}">
                <adec:decorative xmlns:adec="http://schemas.microsoft.com/office/drawing/2017/decorative" val="1"/>
              </a:ext>
            </a:extLst>
          </p:cNvPr>
          <p:cNvSpPr/>
          <p:nvPr/>
        </p:nvSpPr>
        <p:spPr>
          <a:xfrm rot="10800000">
            <a:off x="10006315" y="6271566"/>
            <a:ext cx="142847" cy="91567"/>
          </a:xfrm>
          <a:prstGeom prst="triangle">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Tree>
    <p:extLst>
      <p:ext uri="{BB962C8B-B14F-4D97-AF65-F5344CB8AC3E}">
        <p14:creationId xmlns:p14="http://schemas.microsoft.com/office/powerpoint/2010/main" val="613291450"/>
      </p:ext>
    </p:extLst>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Unit 1 - Leisure Time</a:t>
            </a:r>
          </a:p>
        </p:txBody>
      </p:sp>
      <p:sp>
        <p:nvSpPr>
          <p:cNvPr id="3" name="Text Placeholder 2"/>
          <p:cNvSpPr>
            <a:spLocks noGrp="1"/>
          </p:cNvSpPr>
          <p:nvPr>
            <p:ph type="body" idx="2" sz="half"/>
          </p:nvPr>
        </p:nvSpPr>
        <p:spPr/>
        <p:txBody>
          <a:bodyPr/>
          <a:lstStyle/>
          <a:p>
            <a:r>
              <a:t>Getting Started</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Warm-up</a:t>
            </a:r>
          </a:p>
        </p:txBody>
      </p:sp>
      <p:sp>
        <p:nvSpPr>
          <p:cNvPr id="3" name="Text Placeholder 2"/>
          <p:cNvSpPr>
            <a:spLocks noGrp="1"/>
          </p:cNvSpPr>
          <p:nvPr>
            <p:ph type="body" idx="2" sz="half"/>
          </p:nvPr>
        </p:nvSpPr>
        <p:spPr/>
        <p:txBody>
          <a:bodyPr/>
          <a:lstStyle/>
          <a:p/>
        </p:txBody>
      </p:sp>
      <p:sp>
        <p:nvSpPr>
          <p:cNvPr id="4" name="Picture Placeholder 3"/>
          <p:cNvSpPr>
            <a:spLocks noGrp="1"/>
          </p:cNvSpPr>
          <p:nvPr>
            <p:ph type="pic" idx="1"/>
          </p:nvPr>
        </p:nvSpPr>
        <p:spPr/>
        <p:txBody>
          <a:bodyPr/>
          <a:p/>
          <a:p>
            <a:pPr/>
            <a:r>
              <a:t>Discuss common leisure activities students enjoy.</a:t>
            </a:r>
          </a:p>
          <a:p>
            <a:pPr/>
            <a:r>
              <a:t>Greet students and ask them about their weekend activities. 'What did you do last weekend? Did you do anything fun?'</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Stage 1: Listen and Read</a:t>
            </a:r>
          </a:p>
        </p:txBody>
      </p:sp>
      <p:sp>
        <p:nvSpPr>
          <p:cNvPr id="3" name="Text Placeholder 2"/>
          <p:cNvSpPr>
            <a:spLocks noGrp="1"/>
          </p:cNvSpPr>
          <p:nvPr>
            <p:ph type="body" idx="2" sz="half"/>
          </p:nvPr>
        </p:nvSpPr>
        <p:spPr/>
        <p:txBody>
          <a:bodyPr/>
          <a:lstStyle/>
          <a:p/>
        </p:txBody>
      </p:sp>
      <p:sp>
        <p:nvSpPr>
          <p:cNvPr id="4" name="Picture Placeholder 3"/>
          <p:cNvSpPr>
            <a:spLocks noGrp="1"/>
          </p:cNvSpPr>
          <p:nvPr>
            <p:ph type="pic" idx="1"/>
          </p:nvPr>
        </p:nvSpPr>
        <p:spPr/>
        <p:txBody>
          <a:bodyPr/>
          <a:p/>
          <a:p>
            <a:pPr/>
            <a:r>
              <a:t>Students listen to and read along with the dialogue between Tom and Trang.</a:t>
            </a:r>
          </a:p>
          <a:p>
            <a:pPr/>
            <a:r>
              <a:t>Play the audio for the dialogue. 'Listen carefully to the conversation between Tom and Trang.'</a:t>
            </a:r>
          </a:p>
          <a:p>
            <a:pPr/>
            <a:r>
              <a:t>Listen to the audio and follow along in their textbooks.</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Stage 2: Read and Complete Sentences</a:t>
            </a:r>
          </a:p>
        </p:txBody>
      </p:sp>
      <p:sp>
        <p:nvSpPr>
          <p:cNvPr id="3" name="Text Placeholder 2"/>
          <p:cNvSpPr>
            <a:spLocks noGrp="1"/>
          </p:cNvSpPr>
          <p:nvPr>
            <p:ph type="body" idx="2" sz="half"/>
          </p:nvPr>
        </p:nvSpPr>
        <p:spPr/>
        <p:txBody>
          <a:bodyPr/>
          <a:lstStyle/>
          <a:p/>
        </p:txBody>
      </p:sp>
      <p:sp>
        <p:nvSpPr>
          <p:cNvPr id="4" name="Picture Placeholder 3"/>
          <p:cNvSpPr>
            <a:spLocks noGrp="1"/>
          </p:cNvSpPr>
          <p:nvPr>
            <p:ph type="pic" idx="1"/>
          </p:nvPr>
        </p:nvSpPr>
        <p:spPr/>
        <p:txBody>
          <a:bodyPr/>
          <a:p/>
          <a:p>
            <a:pPr/>
            <a:r>
              <a:t>Complete sentences based on the dialogue.</a:t>
            </a:r>
          </a:p>
          <a:p>
            <a:pPr/>
            <a:r>
              <a:t>Ask students to read the conversation again and complete the sentences on page 8.</a:t>
            </a:r>
          </a:p>
          <a:p>
            <a:pPr/>
            <a:r>
              <a:t>Individually complete the sentences: 1. Trang is looking for a _____. 2. She likes doing DIY in her _____. 3. Tom loves spending his free time with _____. 4. Tom and his friends usually _____. 5. Tom, Mark, Trang, and Mai are going to see a comedy this _____. </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Unit 1 - Leisure Time</a:t>
            </a:r>
          </a:p>
        </p:txBody>
      </p:sp>
      <p:sp>
        <p:nvSpPr>
          <p:cNvPr id="3" name="Text Placeholder 2"/>
          <p:cNvSpPr>
            <a:spLocks noGrp="1"/>
          </p:cNvSpPr>
          <p:nvPr>
            <p:ph type="body" idx="2" sz="half"/>
          </p:nvPr>
        </p:nvSpPr>
        <p:spPr/>
        <p:txBody>
          <a:bodyPr/>
          <a:lstStyle/>
          <a:p>
            <a:r>
              <a:t>A Closer Look 1</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Warm-up</a:t>
            </a:r>
          </a:p>
        </p:txBody>
      </p:sp>
      <p:sp>
        <p:nvSpPr>
          <p:cNvPr id="3" name="Text Placeholder 2"/>
          <p:cNvSpPr>
            <a:spLocks noGrp="1"/>
          </p:cNvSpPr>
          <p:nvPr>
            <p:ph type="body" idx="2" sz="half"/>
          </p:nvPr>
        </p:nvSpPr>
        <p:spPr/>
        <p:txBody>
          <a:bodyPr/>
          <a:lstStyle/>
          <a:p/>
        </p:txBody>
      </p:sp>
      <p:sp>
        <p:nvSpPr>
          <p:cNvPr id="4" name="Picture Placeholder 3"/>
          <p:cNvSpPr>
            <a:spLocks noGrp="1"/>
          </p:cNvSpPr>
          <p:nvPr>
            <p:ph type="pic" idx="1"/>
          </p:nvPr>
        </p:nvSpPr>
        <p:spPr/>
        <p:txBody>
          <a:bodyPr/>
          <a:p/>
          <a:p>
            <a:pPr/>
            <a:r>
              <a:t>Discuss activities students like and dislike.</a:t>
            </a:r>
          </a:p>
          <a:p>
            <a:pPr/>
            <a:r>
              <a:t>Ask students: 'What activities do you like or dislike doing in your free time?'</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Stage 1: Vocabulary Matching</a:t>
            </a:r>
          </a:p>
        </p:txBody>
      </p:sp>
      <p:sp>
        <p:nvSpPr>
          <p:cNvPr id="3" name="Text Placeholder 2"/>
          <p:cNvSpPr>
            <a:spLocks noGrp="1"/>
          </p:cNvSpPr>
          <p:nvPr>
            <p:ph type="body" idx="2" sz="half"/>
          </p:nvPr>
        </p:nvSpPr>
        <p:spPr/>
        <p:txBody>
          <a:bodyPr/>
          <a:lstStyle/>
          <a:p/>
        </p:txBody>
      </p:sp>
      <p:sp>
        <p:nvSpPr>
          <p:cNvPr id="4" name="Picture Placeholder 3"/>
          <p:cNvSpPr>
            <a:spLocks noGrp="1"/>
          </p:cNvSpPr>
          <p:nvPr>
            <p:ph type="pic" idx="1"/>
          </p:nvPr>
        </p:nvSpPr>
        <p:spPr/>
        <p:txBody>
          <a:bodyPr/>
          <a:p/>
          <a:p>
            <a:pPr/>
            <a:r>
              <a:t>Match a word/phrase in column A with a word in column B to make expressions.</a:t>
            </a:r>
          </a:p>
          <a:p>
            <a:pPr/>
            <a:r>
              <a:t>Explain the task: Match words in column A with column B to form phrases.</a:t>
            </a:r>
          </a:p>
          <a:p>
            <a:pPr/>
            <a:r>
              <a:t>Work individually to match the words and phrases.</a:t>
            </a:r>
          </a:p>
        </p:txBody>
      </p:sp>
      <p:pic>
        <p:nvPicPr>
          <p:cNvPr id="5" name="Picture 4" descr="image.jpg"/>
          <p:cNvPicPr>
            <a:picLocks noChangeAspect="1"/>
          </p:cNvPicPr>
          <p:nvPr/>
        </p:nvPicPr>
        <p:blipFill>
          <a:blip r:embed="rId2"/>
          <a:stretch>
            <a:fillRect/>
          </a:stretch>
        </p:blipFill>
        <p:spPr>
          <a:xfrm>
            <a:off x="914400" y="1828800"/>
            <a:ext cx="4114800" cy="2431473"/>
          </a:xfrm>
          <a:prstGeom prst="rect">
            <a:avLst/>
          </a:prstGeom>
        </p:spPr>
      </p:pic>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Stage 2: Vocabulary Practice</a:t>
            </a:r>
          </a:p>
        </p:txBody>
      </p:sp>
      <p:sp>
        <p:nvSpPr>
          <p:cNvPr id="3" name="Text Placeholder 2"/>
          <p:cNvSpPr>
            <a:spLocks noGrp="1"/>
          </p:cNvSpPr>
          <p:nvPr>
            <p:ph type="body" idx="2" sz="half"/>
          </p:nvPr>
        </p:nvSpPr>
        <p:spPr/>
        <p:txBody>
          <a:bodyPr/>
          <a:lstStyle/>
          <a:p/>
        </p:txBody>
      </p:sp>
      <p:sp>
        <p:nvSpPr>
          <p:cNvPr id="4" name="Picture Placeholder 3"/>
          <p:cNvSpPr>
            <a:spLocks noGrp="1"/>
          </p:cNvSpPr>
          <p:nvPr>
            <p:ph type="pic" idx="1"/>
          </p:nvPr>
        </p:nvSpPr>
        <p:spPr/>
        <p:txBody>
          <a:bodyPr/>
          <a:p/>
          <a:p>
            <a:pPr/>
            <a:r>
              <a:t>Fill in each blank with a correct word from the box.</a:t>
            </a:r>
          </a:p>
          <a:p>
            <a:pPr/>
            <a:r>
              <a:t>Complete sentences individually: 1. I'm ________ of taking photos. 2. Mai is ________ in history. 3. My sister is ________ on cooking. 4. My brother spends lots of time surfing the net, but I'm not ________ it. 5. I'm not crazy ________ doing DIY.</a:t>
            </a:r>
          </a:p>
        </p:txBody>
      </p:sp>
      <p:pic>
        <p:nvPicPr>
          <p:cNvPr id="5" name="Picture 4" descr="image.jpg"/>
          <p:cNvPicPr>
            <a:picLocks noChangeAspect="1"/>
          </p:cNvPicPr>
          <p:nvPr/>
        </p:nvPicPr>
        <p:blipFill>
          <a:blip r:embed="rId2"/>
          <a:stretch>
            <a:fillRect/>
          </a:stretch>
        </p:blipFill>
        <p:spPr>
          <a:xfrm>
            <a:off x="914400" y="1828800"/>
            <a:ext cx="4114800" cy="610285"/>
          </a:xfrm>
          <a:prstGeom prst="rect">
            <a:avLst/>
          </a:prstGeom>
        </p:spPr>
      </p:pic>
    </p:spTree>
  </p:cSld>
  <p:clrMapOvr>
    <a:masterClrMapping/>
  </p:clrMapOvr>
</p:sld>
</file>

<file path=ppt/slides/slide1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Stage 3: Sentence Completion</a:t>
            </a:r>
          </a:p>
        </p:txBody>
      </p:sp>
      <p:sp>
        <p:nvSpPr>
          <p:cNvPr id="3" name="Text Placeholder 2"/>
          <p:cNvSpPr>
            <a:spLocks noGrp="1"/>
          </p:cNvSpPr>
          <p:nvPr>
            <p:ph type="body" idx="2" sz="half"/>
          </p:nvPr>
        </p:nvSpPr>
        <p:spPr/>
        <p:txBody>
          <a:bodyPr/>
          <a:lstStyle/>
          <a:p/>
        </p:txBody>
      </p:sp>
      <p:sp>
        <p:nvSpPr>
          <p:cNvPr id="4" name="Picture Placeholder 3"/>
          <p:cNvSpPr>
            <a:spLocks noGrp="1"/>
          </p:cNvSpPr>
          <p:nvPr>
            <p:ph type="pic" idx="1"/>
          </p:nvPr>
        </p:nvSpPr>
        <p:spPr/>
        <p:txBody>
          <a:bodyPr/>
          <a:p/>
          <a:p>
            <a:pPr/>
            <a:r>
              <a:t>Complete the sentences about what you like or dislike doing.</a:t>
            </a:r>
          </a:p>
          <a:p>
            <a:pPr/>
            <a:r>
              <a:t>Write sentences individually: 1. I'm crazy about ________. 2. I'm keen on ________. 3. I'm fond of ________. 4. I'm not interested in ________. 5. I'm not into ________.</a:t>
            </a:r>
          </a:p>
        </p:txBody>
      </p:sp>
      <p:pic>
        <p:nvPicPr>
          <p:cNvPr id="5" name="Picture 4" descr="image.jpg"/>
          <p:cNvPicPr>
            <a:picLocks noChangeAspect="1"/>
          </p:cNvPicPr>
          <p:nvPr/>
        </p:nvPicPr>
        <p:blipFill>
          <a:blip r:embed="rId2"/>
          <a:stretch>
            <a:fillRect/>
          </a:stretch>
        </p:blipFill>
        <p:spPr>
          <a:xfrm>
            <a:off x="914400" y="1828800"/>
            <a:ext cx="4114800" cy="972589"/>
          </a:xfrm>
          <a:prstGeom prst="rect">
            <a:avLst/>
          </a:prstGeom>
        </p:spPr>
      </p:pic>
    </p:spTree>
  </p:cSld>
  <p:clrMapOvr>
    <a:masterClrMapping/>
  </p:clrMapOvr>
</p:sld>
</file>

<file path=ppt/slides/slide1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Stage 4: Pronunciation Practice</a:t>
            </a:r>
          </a:p>
        </p:txBody>
      </p:sp>
      <p:sp>
        <p:nvSpPr>
          <p:cNvPr id="3" name="Text Placeholder 2"/>
          <p:cNvSpPr>
            <a:spLocks noGrp="1"/>
          </p:cNvSpPr>
          <p:nvPr>
            <p:ph type="body" idx="2" sz="half"/>
          </p:nvPr>
        </p:nvSpPr>
        <p:spPr/>
        <p:txBody>
          <a:bodyPr/>
          <a:lstStyle/>
          <a:p/>
        </p:txBody>
      </p:sp>
      <p:sp>
        <p:nvSpPr>
          <p:cNvPr id="4" name="Picture Placeholder 3"/>
          <p:cNvSpPr>
            <a:spLocks noGrp="1"/>
          </p:cNvSpPr>
          <p:nvPr>
            <p:ph type="pic" idx="1"/>
          </p:nvPr>
        </p:nvSpPr>
        <p:spPr/>
        <p:txBody>
          <a:bodyPr/>
          <a:p/>
          <a:p>
            <a:pPr/>
            <a:r>
              <a:t>Listen and repeat words, then categorize them by sound.</a:t>
            </a:r>
          </a:p>
          <a:p>
            <a:pPr/>
            <a:r>
              <a:t>Play audio of words and instruct students to repeat, focusing on /ʊ/ and /u:/ sounds.</a:t>
            </a:r>
          </a:p>
          <a:p>
            <a:pPr/>
            <a:r>
              <a:t>Repeat words after the audio and categorize them into /ʊ/ and /u:/ columns.</a:t>
            </a:r>
          </a:p>
        </p:txBody>
      </p:sp>
      <p:pic>
        <p:nvPicPr>
          <p:cNvPr id="5" name="Picture 4" descr="image.jpg"/>
          <p:cNvPicPr>
            <a:picLocks noChangeAspect="1"/>
          </p:cNvPicPr>
          <p:nvPr/>
        </p:nvPicPr>
        <p:blipFill>
          <a:blip r:embed="rId2"/>
          <a:stretch>
            <a:fillRect/>
          </a:stretch>
        </p:blipFill>
        <p:spPr>
          <a:xfrm>
            <a:off x="914400" y="1828800"/>
            <a:ext cx="4114800" cy="1766170"/>
          </a:xfrm>
          <a:prstGeom prst="rect">
            <a:avLst/>
          </a:prstGeom>
        </p:spPr>
      </p:pic>
    </p:spTree>
  </p:cSld>
  <p:clrMapOvr>
    <a:masterClrMapping/>
  </p:clrMapOvr>
</p:sld>
</file>

<file path=ppt/slides/slide1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Stage 5: Sentence Practice</a:t>
            </a:r>
          </a:p>
        </p:txBody>
      </p:sp>
      <p:sp>
        <p:nvSpPr>
          <p:cNvPr id="3" name="Text Placeholder 2"/>
          <p:cNvSpPr>
            <a:spLocks noGrp="1"/>
          </p:cNvSpPr>
          <p:nvPr>
            <p:ph type="body" idx="2" sz="half"/>
          </p:nvPr>
        </p:nvSpPr>
        <p:spPr/>
        <p:txBody>
          <a:bodyPr/>
          <a:lstStyle/>
          <a:p/>
        </p:txBody>
      </p:sp>
      <p:sp>
        <p:nvSpPr>
          <p:cNvPr id="4" name="Picture Placeholder 3"/>
          <p:cNvSpPr>
            <a:spLocks noGrp="1"/>
          </p:cNvSpPr>
          <p:nvPr>
            <p:ph type="pic" idx="1"/>
          </p:nvPr>
        </p:nvSpPr>
        <p:spPr/>
        <p:txBody>
          <a:bodyPr/>
          <a:p/>
          <a:p>
            <a:pPr/>
            <a:r>
              <a:t>Listen and practice sentences, marking sounds as instructed.</a:t>
            </a:r>
          </a:p>
          <a:p>
            <a:pPr/>
            <a:r>
              <a:t>Play audio of sentences and instruct students to underline /ʊ/ and circle /u:/ sounds.</a:t>
            </a:r>
          </a:p>
          <a:p>
            <a:pPr/>
            <a:r>
              <a:t>Listen to sentences and mark the sounds as instructed: 1. She likes reading books and swimming in the pool. 2. When it is cool, we like to play football. 3. She drew and made puddings in her free time. 4. My mum loves pumpkin soup and coffee with a little sugar. 5. My brother is fond of watching the cartoon about a clever wolf.</a:t>
            </a:r>
          </a:p>
        </p:txBody>
      </p:sp>
    </p:spTree>
  </p:cSld>
  <p:clrMapOvr>
    <a:masterClrMapping/>
  </p:clrMapOvr>
</p:sld>
</file>

<file path=ppt/slides/slide1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Wrap-up</a:t>
            </a:r>
          </a:p>
        </p:txBody>
      </p:sp>
      <p:sp>
        <p:nvSpPr>
          <p:cNvPr id="3" name="Text Placeholder 2"/>
          <p:cNvSpPr>
            <a:spLocks noGrp="1"/>
          </p:cNvSpPr>
          <p:nvPr>
            <p:ph type="body" idx="2" sz="half"/>
          </p:nvPr>
        </p:nvSpPr>
        <p:spPr/>
        <p:txBody>
          <a:bodyPr/>
          <a:lstStyle/>
          <a:p/>
        </p:txBody>
      </p:sp>
      <p:sp>
        <p:nvSpPr>
          <p:cNvPr id="4" name="Picture Placeholder 3"/>
          <p:cNvSpPr>
            <a:spLocks noGrp="1"/>
          </p:cNvSpPr>
          <p:nvPr>
            <p:ph type="pic" idx="1"/>
          </p:nvPr>
        </p:nvSpPr>
        <p:spPr/>
        <p:txBody>
          <a:bodyPr/>
          <a:p/>
          <a:p>
            <a:pPr/>
            <a:r>
              <a:t>Summarize key points from the lesson.</a:t>
            </a:r>
          </a:p>
          <a:p>
            <a:pPr/>
            <a:r>
              <a:t>Review key vocabulary and pronunciation points. Ask students what they learned today.</a:t>
            </a:r>
          </a:p>
          <a:p>
            <a:pPr/>
            <a:r>
              <a:t>Share one new thing they learned in the lesson.</a:t>
            </a:r>
          </a:p>
        </p:txBody>
      </p:sp>
    </p:spTree>
  </p:cSld>
  <p:clrMapOvr>
    <a:masterClrMapping/>
  </p:clrMapOvr>
</p:sld>
</file>

<file path=ppt/slides/slide2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Unit 1 - Leisure Time</a:t>
            </a:r>
          </a:p>
        </p:txBody>
      </p:sp>
      <p:sp>
        <p:nvSpPr>
          <p:cNvPr id="3" name="Text Placeholder 2"/>
          <p:cNvSpPr>
            <a:spLocks noGrp="1"/>
          </p:cNvSpPr>
          <p:nvPr>
            <p:ph type="body" idx="2" sz="half"/>
          </p:nvPr>
        </p:nvSpPr>
        <p:spPr/>
        <p:txBody>
          <a:bodyPr/>
          <a:lstStyle/>
          <a:p>
            <a:r>
              <a:t>A Closer Look 2</a:t>
            </a:r>
          </a:p>
        </p:txBody>
      </p:sp>
    </p:spTree>
  </p:cSld>
  <p:clrMapOvr>
    <a:masterClrMapping/>
  </p:clrMapOvr>
</p:sld>
</file>

<file path=ppt/slides/slide2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Warm-up</a:t>
            </a:r>
          </a:p>
        </p:txBody>
      </p:sp>
      <p:sp>
        <p:nvSpPr>
          <p:cNvPr id="3" name="Text Placeholder 2"/>
          <p:cNvSpPr>
            <a:spLocks noGrp="1"/>
          </p:cNvSpPr>
          <p:nvPr>
            <p:ph type="body" idx="2" sz="half"/>
          </p:nvPr>
        </p:nvSpPr>
        <p:spPr/>
        <p:txBody>
          <a:bodyPr/>
          <a:lstStyle/>
          <a:p/>
        </p:txBody>
      </p:sp>
      <p:sp>
        <p:nvSpPr>
          <p:cNvPr id="4" name="Picture Placeholder 3"/>
          <p:cNvSpPr>
            <a:spLocks noGrp="1"/>
          </p:cNvSpPr>
          <p:nvPr>
            <p:ph type="pic" idx="1"/>
          </p:nvPr>
        </p:nvSpPr>
        <p:spPr/>
        <p:txBody>
          <a:bodyPr/>
          <a:p/>
          <a:p>
            <a:pPr/>
            <a:r>
              <a:t>Discuss students' favorite and least favorite activities.</a:t>
            </a:r>
          </a:p>
          <a:p>
            <a:pPr/>
            <a:r>
              <a:t>Ask students: 'What activities do you love or hate doing during your free time?'</a:t>
            </a:r>
          </a:p>
        </p:txBody>
      </p:sp>
    </p:spTree>
  </p:cSld>
  <p:clrMapOvr>
    <a:masterClrMapping/>
  </p:clrMapOvr>
</p:sld>
</file>

<file path=ppt/slides/slide2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Stage 1: Grammar Introduction</a:t>
            </a:r>
          </a:p>
        </p:txBody>
      </p:sp>
      <p:sp>
        <p:nvSpPr>
          <p:cNvPr id="3" name="Text Placeholder 2"/>
          <p:cNvSpPr>
            <a:spLocks noGrp="1"/>
          </p:cNvSpPr>
          <p:nvPr>
            <p:ph type="body" idx="2" sz="half"/>
          </p:nvPr>
        </p:nvSpPr>
        <p:spPr/>
        <p:txBody>
          <a:bodyPr/>
          <a:lstStyle/>
          <a:p/>
        </p:txBody>
      </p:sp>
      <p:sp>
        <p:nvSpPr>
          <p:cNvPr id="4" name="Picture Placeholder 3"/>
          <p:cNvSpPr>
            <a:spLocks noGrp="1"/>
          </p:cNvSpPr>
          <p:nvPr>
            <p:ph type="pic" idx="1"/>
          </p:nvPr>
        </p:nvSpPr>
        <p:spPr/>
        <p:txBody>
          <a:bodyPr/>
          <a:p/>
          <a:p>
            <a:pPr/>
            <a:r>
              <a:t>Introduce the grammar rules for using verbs of liking and disliking.</a:t>
            </a:r>
          </a:p>
          <a:p>
            <a:pPr/>
            <a:r>
              <a:t>Explain with examples: 'Some verbs are followed by gerunds only, like dislike. Others can be followed by both gerunds and to-infinitives, like love.'</a:t>
            </a:r>
          </a:p>
        </p:txBody>
      </p:sp>
      <p:pic>
        <p:nvPicPr>
          <p:cNvPr id="5" name="Picture 4" descr="image.jpg"/>
          <p:cNvPicPr>
            <a:picLocks noChangeAspect="1"/>
          </p:cNvPicPr>
          <p:nvPr/>
        </p:nvPicPr>
        <p:blipFill>
          <a:blip r:embed="rId2"/>
          <a:stretch>
            <a:fillRect/>
          </a:stretch>
        </p:blipFill>
        <p:spPr>
          <a:xfrm>
            <a:off x="914400" y="1828800"/>
            <a:ext cx="4114800" cy="2871886"/>
          </a:xfrm>
          <a:prstGeom prst="rect">
            <a:avLst/>
          </a:prstGeom>
        </p:spPr>
      </p:pic>
    </p:spTree>
  </p:cSld>
  <p:clrMapOvr>
    <a:masterClrMapping/>
  </p:clrMapOvr>
</p:sld>
</file>

<file path=ppt/slides/slide2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Stage 2: Verb Classification</a:t>
            </a:r>
          </a:p>
        </p:txBody>
      </p:sp>
      <p:sp>
        <p:nvSpPr>
          <p:cNvPr id="3" name="Text Placeholder 2"/>
          <p:cNvSpPr>
            <a:spLocks noGrp="1"/>
          </p:cNvSpPr>
          <p:nvPr>
            <p:ph type="body" idx="2" sz="half"/>
          </p:nvPr>
        </p:nvSpPr>
        <p:spPr/>
        <p:txBody>
          <a:bodyPr/>
          <a:lstStyle/>
          <a:p/>
        </p:txBody>
      </p:sp>
      <p:sp>
        <p:nvSpPr>
          <p:cNvPr id="4" name="Picture Placeholder 3"/>
          <p:cNvSpPr>
            <a:spLocks noGrp="1"/>
          </p:cNvSpPr>
          <p:nvPr>
            <p:ph type="pic" idx="1"/>
          </p:nvPr>
        </p:nvSpPr>
        <p:spPr/>
        <p:txBody>
          <a:bodyPr/>
          <a:p/>
          <a:p>
            <a:pPr/>
            <a:r>
              <a:t>Classify verbs into appropriate columns.</a:t>
            </a:r>
          </a:p>
          <a:p>
            <a:pPr/>
            <a:r>
              <a:t>Ask students to work in pairs to classify the verbs into two columns.</a:t>
            </a:r>
          </a:p>
          <a:p>
            <a:pPr/>
            <a:r>
              <a:t>Work in pairs and write the verbs in the correct columns on their notebooks.</a:t>
            </a:r>
          </a:p>
        </p:txBody>
      </p:sp>
      <p:pic>
        <p:nvPicPr>
          <p:cNvPr id="5" name="Picture 4" descr="image.jpg"/>
          <p:cNvPicPr>
            <a:picLocks noChangeAspect="1"/>
          </p:cNvPicPr>
          <p:nvPr/>
        </p:nvPicPr>
        <p:blipFill>
          <a:blip r:embed="rId2"/>
          <a:stretch>
            <a:fillRect/>
          </a:stretch>
        </p:blipFill>
        <p:spPr>
          <a:xfrm>
            <a:off x="914400" y="1828800"/>
            <a:ext cx="4114800" cy="3614606"/>
          </a:xfrm>
          <a:prstGeom prst="rect">
            <a:avLst/>
          </a:prstGeom>
        </p:spPr>
      </p:pic>
    </p:spTree>
  </p:cSld>
  <p:clrMapOvr>
    <a:masterClrMapping/>
  </p:clrMapOvr>
</p:sld>
</file>

<file path=ppt/slides/slide2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Stage 3: Multiple Choice Practice</a:t>
            </a:r>
          </a:p>
        </p:txBody>
      </p:sp>
      <p:sp>
        <p:nvSpPr>
          <p:cNvPr id="3" name="Text Placeholder 2"/>
          <p:cNvSpPr>
            <a:spLocks noGrp="1"/>
          </p:cNvSpPr>
          <p:nvPr>
            <p:ph type="body" idx="2" sz="half"/>
          </p:nvPr>
        </p:nvSpPr>
        <p:spPr/>
        <p:txBody>
          <a:bodyPr/>
          <a:lstStyle/>
          <a:p/>
        </p:txBody>
      </p:sp>
      <p:sp>
        <p:nvSpPr>
          <p:cNvPr id="4" name="Picture Placeholder 3"/>
          <p:cNvSpPr>
            <a:spLocks noGrp="1"/>
          </p:cNvSpPr>
          <p:nvPr>
            <p:ph type="pic" idx="1"/>
          </p:nvPr>
        </p:nvSpPr>
        <p:spPr/>
        <p:txBody>
          <a:bodyPr/>
          <a:p/>
          <a:p>
            <a:pPr/>
            <a:r>
              <a:t>Choose the correct answer A, B, or C for each sentence.</a:t>
            </a:r>
          </a:p>
          <a:p>
            <a:pPr/>
            <a:r>
              <a:t>Read each sentence and the options aloud. 'Choose the correct option for each sentence.'</a:t>
            </a:r>
          </a:p>
          <a:p>
            <a:pPr/>
            <a:r>
              <a:t>Individually choose the correct answer: 1. I love ________. 2. Tom enjoys ________ puzzles. 3. When do you like ________ TV? 4. Do you fancy ________ to the cinema? 5. I detest ________. </a:t>
            </a:r>
          </a:p>
        </p:txBody>
      </p:sp>
    </p:spTree>
  </p:cSld>
  <p:clrMapOvr>
    <a:masterClrMapping/>
  </p:clrMapOvr>
</p:sld>
</file>

<file path=ppt/slides/slide2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Stage 4: Sentence Completion with Pictures</a:t>
            </a:r>
          </a:p>
        </p:txBody>
      </p:sp>
      <p:sp>
        <p:nvSpPr>
          <p:cNvPr id="3" name="Text Placeholder 2"/>
          <p:cNvSpPr>
            <a:spLocks noGrp="1"/>
          </p:cNvSpPr>
          <p:nvPr>
            <p:ph type="body" idx="2" sz="half"/>
          </p:nvPr>
        </p:nvSpPr>
        <p:spPr/>
        <p:txBody>
          <a:bodyPr/>
          <a:lstStyle/>
          <a:p/>
        </p:txBody>
      </p:sp>
      <p:sp>
        <p:nvSpPr>
          <p:cNvPr id="4" name="Picture Placeholder 3"/>
          <p:cNvSpPr>
            <a:spLocks noGrp="1"/>
          </p:cNvSpPr>
          <p:nvPr>
            <p:ph type="pic" idx="1"/>
          </p:nvPr>
        </p:nvSpPr>
        <p:spPr/>
        <p:txBody>
          <a:bodyPr/>
          <a:p/>
          <a:p>
            <a:pPr/>
            <a:r>
              <a:t>Use pictures to complete sentences with the correct verb form.</a:t>
            </a:r>
          </a:p>
          <a:p>
            <a:pPr/>
            <a:r>
              <a:t>Show pictures and ask students to complete sentences using the verbs in brackets.</a:t>
            </a:r>
          </a:p>
          <a:p>
            <a:pPr/>
            <a:r>
              <a:t>Individually complete sentences: 1. Mark __________ (like) 2. The girls __________ (enjoy) 3. My cousin __________ (dislike) 4. My father __________ (hate) 5. Tom and his sister __________ (prefer).</a:t>
            </a:r>
          </a:p>
        </p:txBody>
      </p:sp>
      <p:pic>
        <p:nvPicPr>
          <p:cNvPr id="5" name="Picture 4" descr="image.jpg"/>
          <p:cNvPicPr>
            <a:picLocks noChangeAspect="1"/>
          </p:cNvPicPr>
          <p:nvPr/>
        </p:nvPicPr>
        <p:blipFill>
          <a:blip r:embed="rId2"/>
          <a:stretch>
            <a:fillRect/>
          </a:stretch>
        </p:blipFill>
        <p:spPr>
          <a:xfrm>
            <a:off x="914400" y="1828800"/>
            <a:ext cx="4114800" cy="8912924"/>
          </a:xfrm>
          <a:prstGeom prst="rect">
            <a:avLst/>
          </a:prstGeom>
        </p:spPr>
      </p:pic>
    </p:spTree>
  </p:cSld>
  <p:clrMapOvr>
    <a:masterClrMapping/>
  </p:clrMapOvr>
</p:sld>
</file>

<file path=ppt/slides/slide2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Stage 5: Personal Sentence Completion</a:t>
            </a:r>
          </a:p>
        </p:txBody>
      </p:sp>
      <p:sp>
        <p:nvSpPr>
          <p:cNvPr id="3" name="Text Placeholder 2"/>
          <p:cNvSpPr>
            <a:spLocks noGrp="1"/>
          </p:cNvSpPr>
          <p:nvPr>
            <p:ph type="body" idx="2" sz="half"/>
          </p:nvPr>
        </p:nvSpPr>
        <p:spPr/>
        <p:txBody>
          <a:bodyPr/>
          <a:lstStyle/>
          <a:p/>
        </p:txBody>
      </p:sp>
      <p:sp>
        <p:nvSpPr>
          <p:cNvPr id="4" name="Picture Placeholder 3"/>
          <p:cNvSpPr>
            <a:spLocks noGrp="1"/>
          </p:cNvSpPr>
          <p:nvPr>
            <p:ph type="pic" idx="1"/>
          </p:nvPr>
        </p:nvSpPr>
        <p:spPr/>
        <p:txBody>
          <a:bodyPr/>
          <a:p/>
          <a:p>
            <a:pPr/>
            <a:r>
              <a:t>Complete sentences about personal preferences.</a:t>
            </a:r>
          </a:p>
          <a:p>
            <a:pPr/>
            <a:r>
              <a:t>Instruct students to complete the sentences about themselves.</a:t>
            </a:r>
          </a:p>
          <a:p>
            <a:pPr/>
            <a:r>
              <a:t>Write sentences: I like ______. I prefer ______. I love ______. I dislike ______. I hate ______. I detest ______.</a:t>
            </a:r>
          </a:p>
        </p:txBody>
      </p:sp>
      <p:pic>
        <p:nvPicPr>
          <p:cNvPr id="5" name="Picture 4" descr="image.jpg"/>
          <p:cNvPicPr>
            <a:picLocks noChangeAspect="1"/>
          </p:cNvPicPr>
          <p:nvPr/>
        </p:nvPicPr>
        <p:blipFill>
          <a:blip r:embed="rId2"/>
          <a:stretch>
            <a:fillRect/>
          </a:stretch>
        </p:blipFill>
        <p:spPr>
          <a:xfrm>
            <a:off x="914400" y="1828800"/>
            <a:ext cx="4114800" cy="2560320"/>
          </a:xfrm>
          <a:prstGeom prst="rect">
            <a:avLst/>
          </a:prstGeom>
        </p:spPr>
      </p:pic>
    </p:spTree>
  </p:cSld>
  <p:clrMapOvr>
    <a:masterClrMapping/>
  </p:clrMapOvr>
</p:sld>
</file>

<file path=ppt/slides/slide2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Stage 6: Likes and Dislikes Mimes Game</a:t>
            </a:r>
          </a:p>
        </p:txBody>
      </p:sp>
      <p:sp>
        <p:nvSpPr>
          <p:cNvPr id="3" name="Text Placeholder 2"/>
          <p:cNvSpPr>
            <a:spLocks noGrp="1"/>
          </p:cNvSpPr>
          <p:nvPr>
            <p:ph type="body" idx="2" sz="half"/>
          </p:nvPr>
        </p:nvSpPr>
        <p:spPr/>
        <p:txBody>
          <a:bodyPr/>
          <a:lstStyle/>
          <a:p/>
        </p:txBody>
      </p:sp>
      <p:sp>
        <p:nvSpPr>
          <p:cNvPr id="4" name="Picture Placeholder 3"/>
          <p:cNvSpPr>
            <a:spLocks noGrp="1"/>
          </p:cNvSpPr>
          <p:nvPr>
            <p:ph type="pic" idx="1"/>
          </p:nvPr>
        </p:nvSpPr>
        <p:spPr/>
        <p:txBody>
          <a:bodyPr/>
          <a:p/>
          <a:p>
            <a:pPr/>
            <a:r>
              <a:t>Play a miming game to guess activities.</a:t>
            </a:r>
          </a:p>
          <a:p>
            <a:pPr/>
            <a:r>
              <a:t>Explain the game rules and provide an example dialogue.</a:t>
            </a:r>
          </a:p>
          <a:p>
            <a:pPr/>
            <a:r>
              <a:t>In groups, one student mimes an activity while others ask Yes/No questions to guess it.</a:t>
            </a:r>
          </a:p>
        </p:txBody>
      </p:sp>
    </p:spTree>
  </p:cSld>
  <p:clrMapOvr>
    <a:masterClrMapping/>
  </p:clrMapOvr>
</p:sld>
</file>

<file path=ppt/slides/slide2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Wrap-up</a:t>
            </a:r>
          </a:p>
        </p:txBody>
      </p:sp>
      <p:sp>
        <p:nvSpPr>
          <p:cNvPr id="3" name="Text Placeholder 2"/>
          <p:cNvSpPr>
            <a:spLocks noGrp="1"/>
          </p:cNvSpPr>
          <p:nvPr>
            <p:ph type="body" idx="2" sz="half"/>
          </p:nvPr>
        </p:nvSpPr>
        <p:spPr/>
        <p:txBody>
          <a:bodyPr/>
          <a:lstStyle/>
          <a:p/>
        </p:txBody>
      </p:sp>
      <p:sp>
        <p:nvSpPr>
          <p:cNvPr id="4" name="Picture Placeholder 3"/>
          <p:cNvSpPr>
            <a:spLocks noGrp="1"/>
          </p:cNvSpPr>
          <p:nvPr>
            <p:ph type="pic" idx="1"/>
          </p:nvPr>
        </p:nvSpPr>
        <p:spPr/>
        <p:txBody>
          <a:bodyPr/>
          <a:p/>
          <a:p>
            <a:pPr/>
            <a:r>
              <a:t>Summarize key points from the lesson.</a:t>
            </a:r>
          </a:p>
          <a:p>
            <a:pPr/>
            <a:r>
              <a:t>Review key grammar points and ask students what they learned.</a:t>
            </a:r>
          </a:p>
          <a:p>
            <a:pPr/>
            <a:r>
              <a:t>Share one new thing they learned in the lesson.</a:t>
            </a:r>
          </a:p>
        </p:txBody>
      </p:sp>
    </p:spTree>
  </p:cSld>
  <p:clrMapOvr>
    <a:masterClrMapping/>
  </p:clrMapOvr>
</p:sld>
</file>

<file path=ppt/slides/slide2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Unit 1 - Leisure Time</a:t>
            </a:r>
          </a:p>
        </p:txBody>
      </p:sp>
      <p:sp>
        <p:nvSpPr>
          <p:cNvPr id="3" name="Text Placeholder 2"/>
          <p:cNvSpPr>
            <a:spLocks noGrp="1"/>
          </p:cNvSpPr>
          <p:nvPr>
            <p:ph type="body" idx="2" sz="half"/>
          </p:nvPr>
        </p:nvSpPr>
        <p:spPr/>
        <p:txBody>
          <a:bodyPr/>
          <a:lstStyle/>
          <a:p>
            <a:r>
              <a:t>Communication</a:t>
            </a:r>
          </a:p>
        </p:txBody>
      </p:sp>
    </p:spTree>
  </p:cSld>
  <p:clrMapOvr>
    <a:masterClrMapping/>
  </p:clrMapOvr>
</p:sld>
</file>

<file path=ppt/slides/slide3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Warm-up</a:t>
            </a:r>
          </a:p>
        </p:txBody>
      </p:sp>
      <p:sp>
        <p:nvSpPr>
          <p:cNvPr id="3" name="Text Placeholder 2"/>
          <p:cNvSpPr>
            <a:spLocks noGrp="1"/>
          </p:cNvSpPr>
          <p:nvPr>
            <p:ph type="body" idx="2" sz="half"/>
          </p:nvPr>
        </p:nvSpPr>
        <p:spPr/>
        <p:txBody>
          <a:bodyPr/>
          <a:lstStyle/>
          <a:p/>
        </p:txBody>
      </p:sp>
      <p:sp>
        <p:nvSpPr>
          <p:cNvPr id="4" name="Picture Placeholder 3"/>
          <p:cNvSpPr>
            <a:spLocks noGrp="1"/>
          </p:cNvSpPr>
          <p:nvPr>
            <p:ph type="pic" idx="1"/>
          </p:nvPr>
        </p:nvSpPr>
        <p:spPr/>
        <p:txBody>
          <a:bodyPr/>
          <a:p/>
          <a:p>
            <a:pPr/>
            <a:r>
              <a:t>Discuss common phrases used for inviting and accepting invitations.</a:t>
            </a:r>
          </a:p>
          <a:p>
            <a:pPr/>
            <a:r>
              <a:t>Ask students: 'How do you invite someone to do something with you? How do you accept an invitation?'</a:t>
            </a:r>
          </a:p>
        </p:txBody>
      </p:sp>
    </p:spTree>
  </p:cSld>
  <p:clrMapOvr>
    <a:masterClrMapping/>
  </p:clrMapOvr>
</p:sld>
</file>

<file path=ppt/slides/slide3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Stage 1: Listen and Read Dialogues</a:t>
            </a:r>
          </a:p>
        </p:txBody>
      </p:sp>
      <p:sp>
        <p:nvSpPr>
          <p:cNvPr id="3" name="Text Placeholder 2"/>
          <p:cNvSpPr>
            <a:spLocks noGrp="1"/>
          </p:cNvSpPr>
          <p:nvPr>
            <p:ph type="body" idx="2" sz="half"/>
          </p:nvPr>
        </p:nvSpPr>
        <p:spPr/>
        <p:txBody>
          <a:bodyPr/>
          <a:lstStyle/>
          <a:p/>
        </p:txBody>
      </p:sp>
      <p:sp>
        <p:nvSpPr>
          <p:cNvPr id="4" name="Picture Placeholder 3"/>
          <p:cNvSpPr>
            <a:spLocks noGrp="1"/>
          </p:cNvSpPr>
          <p:nvPr>
            <p:ph type="pic" idx="1"/>
          </p:nvPr>
        </p:nvSpPr>
        <p:spPr/>
        <p:txBody>
          <a:bodyPr/>
          <a:p/>
          <a:p>
            <a:pPr/>
            <a:r>
              <a:t>Listen and read the dialogues, paying attention to the highlighted parts.</a:t>
            </a:r>
          </a:p>
          <a:p>
            <a:pPr/>
            <a:r>
              <a:t>Play the audio of the dialogues and ask students to follow along in their textbooks.</a:t>
            </a:r>
          </a:p>
          <a:p>
            <a:pPr/>
            <a:r>
              <a:t>Listen to the audio and read the dialogues, focusing on the highlighted invitation and acceptance phrases.</a:t>
            </a:r>
          </a:p>
        </p:txBody>
      </p:sp>
      <p:pic>
        <p:nvPicPr>
          <p:cNvPr id="5" name="Picture 4" descr="image.jpg"/>
          <p:cNvPicPr>
            <a:picLocks noChangeAspect="1"/>
          </p:cNvPicPr>
          <p:nvPr/>
        </p:nvPicPr>
        <p:blipFill>
          <a:blip r:embed="rId2"/>
          <a:stretch>
            <a:fillRect/>
          </a:stretch>
        </p:blipFill>
        <p:spPr>
          <a:xfrm>
            <a:off x="914400" y="1828800"/>
            <a:ext cx="4114800" cy="1906244"/>
          </a:xfrm>
          <a:prstGeom prst="rect">
            <a:avLst/>
          </a:prstGeom>
        </p:spPr>
      </p:pic>
    </p:spTree>
  </p:cSld>
  <p:clrMapOvr>
    <a:masterClrMapping/>
  </p:clrMapOvr>
</p:sld>
</file>

<file path=ppt/slides/slide3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Stage 2: Pair Practice - Inviting and Accepting</a:t>
            </a:r>
          </a:p>
        </p:txBody>
      </p:sp>
      <p:sp>
        <p:nvSpPr>
          <p:cNvPr id="3" name="Text Placeholder 2"/>
          <p:cNvSpPr>
            <a:spLocks noGrp="1"/>
          </p:cNvSpPr>
          <p:nvPr>
            <p:ph type="body" idx="2" sz="half"/>
          </p:nvPr>
        </p:nvSpPr>
        <p:spPr/>
        <p:txBody>
          <a:bodyPr/>
          <a:lstStyle/>
          <a:p/>
        </p:txBody>
      </p:sp>
      <p:sp>
        <p:nvSpPr>
          <p:cNvPr id="4" name="Picture Placeholder 3"/>
          <p:cNvSpPr>
            <a:spLocks noGrp="1"/>
          </p:cNvSpPr>
          <p:nvPr>
            <p:ph type="pic" idx="1"/>
          </p:nvPr>
        </p:nvSpPr>
        <p:spPr/>
        <p:txBody>
          <a:bodyPr/>
          <a:p/>
          <a:p>
            <a:pPr/>
            <a:r>
              <a:t>Practice inviting and accepting invitations using the highlighted language.</a:t>
            </a:r>
          </a:p>
          <a:p>
            <a:pPr/>
            <a:r>
              <a:t>In pairs, take turns inviting and accepting invitations: 1. Play badminton. 2. Make paper flowers. 3. Try home-made pizza.</a:t>
            </a:r>
          </a:p>
        </p:txBody>
      </p:sp>
    </p:spTree>
  </p:cSld>
  <p:clrMapOvr>
    <a:masterClrMapping/>
  </p:clrMapOvr>
</p:sld>
</file>

<file path=ppt/slides/slide3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Stage 3: Picture Activity Identification</a:t>
            </a:r>
          </a:p>
        </p:txBody>
      </p:sp>
      <p:sp>
        <p:nvSpPr>
          <p:cNvPr id="3" name="Text Placeholder 2"/>
          <p:cNvSpPr>
            <a:spLocks noGrp="1"/>
          </p:cNvSpPr>
          <p:nvPr>
            <p:ph type="body" idx="2" sz="half"/>
          </p:nvPr>
        </p:nvSpPr>
        <p:spPr/>
        <p:txBody>
          <a:bodyPr/>
          <a:lstStyle/>
          <a:p/>
        </p:txBody>
      </p:sp>
      <p:sp>
        <p:nvSpPr>
          <p:cNvPr id="4" name="Picture Placeholder 3"/>
          <p:cNvSpPr>
            <a:spLocks noGrp="1"/>
          </p:cNvSpPr>
          <p:nvPr>
            <p:ph type="pic" idx="1"/>
          </p:nvPr>
        </p:nvSpPr>
        <p:spPr/>
        <p:txBody>
          <a:bodyPr/>
          <a:p/>
          <a:p>
            <a:pPr/>
            <a:r>
              <a:t>Identify the activity in each picture.</a:t>
            </a:r>
          </a:p>
          <a:p>
            <a:pPr/>
            <a:r>
              <a:t>Show pictures and ask students to work in pairs to identify the activities.</a:t>
            </a:r>
          </a:p>
          <a:p>
            <a:pPr/>
            <a:r>
              <a:t>Discuss with their partner and write down the activities for each picture.</a:t>
            </a:r>
          </a:p>
        </p:txBody>
      </p:sp>
      <p:pic>
        <p:nvPicPr>
          <p:cNvPr id="5" name="Picture 4" descr="image.jpg"/>
          <p:cNvPicPr>
            <a:picLocks noChangeAspect="1"/>
          </p:cNvPicPr>
          <p:nvPr/>
        </p:nvPicPr>
        <p:blipFill>
          <a:blip r:embed="rId2"/>
          <a:stretch>
            <a:fillRect/>
          </a:stretch>
        </p:blipFill>
        <p:spPr>
          <a:xfrm>
            <a:off x="914400" y="1828800"/>
            <a:ext cx="4114800" cy="6187669"/>
          </a:xfrm>
          <a:prstGeom prst="rect">
            <a:avLst/>
          </a:prstGeom>
        </p:spPr>
      </p:pic>
    </p:spTree>
  </p:cSld>
  <p:clrMapOvr>
    <a:masterClrMapping/>
  </p:clrMapOvr>
</p:sld>
</file>

<file path=ppt/slides/slide3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Stage 4: Reading and Completing the Table</a:t>
            </a:r>
          </a:p>
        </p:txBody>
      </p:sp>
      <p:sp>
        <p:nvSpPr>
          <p:cNvPr id="3" name="Text Placeholder 2"/>
          <p:cNvSpPr>
            <a:spLocks noGrp="1"/>
          </p:cNvSpPr>
          <p:nvPr>
            <p:ph type="body" idx="2" sz="half"/>
          </p:nvPr>
        </p:nvSpPr>
        <p:spPr/>
        <p:txBody>
          <a:bodyPr/>
          <a:lstStyle/>
          <a:p/>
        </p:txBody>
      </p:sp>
      <p:sp>
        <p:nvSpPr>
          <p:cNvPr id="4" name="Picture Placeholder 3"/>
          <p:cNvSpPr>
            <a:spLocks noGrp="1"/>
          </p:cNvSpPr>
          <p:nvPr>
            <p:ph type="pic" idx="1"/>
          </p:nvPr>
        </p:nvSpPr>
        <p:spPr/>
        <p:txBody>
          <a:bodyPr/>
          <a:p/>
          <a:p>
            <a:pPr/>
            <a:r>
              <a:t>Read about teenagers' leisure activities and complete the table.</a:t>
            </a:r>
          </a:p>
          <a:p>
            <a:pPr/>
            <a:r>
              <a:t>Ask students to read the texts about Sakura, Eric, and Lan and fill in the table with the information.</a:t>
            </a:r>
          </a:p>
          <a:p>
            <a:pPr/>
            <a:r>
              <a:t>Read the texts and complete the table: Name, Country, Leisure activity, Person/People to do the activity with, Benefits of the activity.</a:t>
            </a:r>
          </a:p>
        </p:txBody>
      </p:sp>
      <p:pic>
        <p:nvPicPr>
          <p:cNvPr id="5" name="Picture 4" descr="image.jpg"/>
          <p:cNvPicPr>
            <a:picLocks noChangeAspect="1"/>
          </p:cNvPicPr>
          <p:nvPr/>
        </p:nvPicPr>
        <p:blipFill>
          <a:blip r:embed="rId2"/>
          <a:stretch>
            <a:fillRect/>
          </a:stretch>
        </p:blipFill>
        <p:spPr>
          <a:xfrm>
            <a:off x="914400" y="1828800"/>
            <a:ext cx="4114800" cy="3497580"/>
          </a:xfrm>
          <a:prstGeom prst="rect">
            <a:avLst/>
          </a:prstGeom>
        </p:spPr>
      </p:pic>
      <p:pic>
        <p:nvPicPr>
          <p:cNvPr id="6" name="Picture 5" descr="image.jpg"/>
          <p:cNvPicPr>
            <a:picLocks noChangeAspect="1"/>
          </p:cNvPicPr>
          <p:nvPr/>
        </p:nvPicPr>
        <p:blipFill>
          <a:blip r:embed="rId3"/>
          <a:stretch>
            <a:fillRect/>
          </a:stretch>
        </p:blipFill>
        <p:spPr>
          <a:xfrm>
            <a:off x="914400" y="4572000"/>
            <a:ext cx="4114800" cy="891540"/>
          </a:xfrm>
          <a:prstGeom prst="rect">
            <a:avLst/>
          </a:prstGeom>
        </p:spPr>
      </p:pic>
    </p:spTree>
  </p:cSld>
  <p:clrMapOvr>
    <a:masterClrMapping/>
  </p:clrMapOvr>
</p:sld>
</file>

<file path=ppt/slides/slide3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Stage 5: Group Discussion</a:t>
            </a:r>
          </a:p>
        </p:txBody>
      </p:sp>
      <p:sp>
        <p:nvSpPr>
          <p:cNvPr id="3" name="Text Placeholder 2"/>
          <p:cNvSpPr>
            <a:spLocks noGrp="1"/>
          </p:cNvSpPr>
          <p:nvPr>
            <p:ph type="body" idx="2" sz="half"/>
          </p:nvPr>
        </p:nvSpPr>
        <p:spPr/>
        <p:txBody>
          <a:bodyPr/>
          <a:lstStyle/>
          <a:p/>
        </p:txBody>
      </p:sp>
      <p:sp>
        <p:nvSpPr>
          <p:cNvPr id="4" name="Picture Placeholder 3"/>
          <p:cNvSpPr>
            <a:spLocks noGrp="1"/>
          </p:cNvSpPr>
          <p:nvPr>
            <p:ph type="pic" idx="1"/>
          </p:nvPr>
        </p:nvSpPr>
        <p:spPr/>
        <p:txBody>
          <a:bodyPr/>
          <a:p/>
          <a:p>
            <a:pPr/>
            <a:r>
              <a:t>Discuss which activities they want to try and why.</a:t>
            </a:r>
          </a:p>
          <a:p>
            <a:pPr/>
            <a:r>
              <a:t>Ask students to work in groups to discuss which activities from the texts they would like to try and why.</a:t>
            </a:r>
          </a:p>
          <a:p>
            <a:pPr/>
            <a:r>
              <a:t>In groups, discuss and prepare to report their answers to the class.</a:t>
            </a:r>
          </a:p>
        </p:txBody>
      </p:sp>
    </p:spTree>
  </p:cSld>
  <p:clrMapOvr>
    <a:masterClrMapping/>
  </p:clrMapOvr>
</p:sld>
</file>

<file path=ppt/slides/slide3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Stage 6: Reporting to the Class</a:t>
            </a:r>
          </a:p>
        </p:txBody>
      </p:sp>
      <p:sp>
        <p:nvSpPr>
          <p:cNvPr id="3" name="Text Placeholder 2"/>
          <p:cNvSpPr>
            <a:spLocks noGrp="1"/>
          </p:cNvSpPr>
          <p:nvPr>
            <p:ph type="body" idx="2" sz="half"/>
          </p:nvPr>
        </p:nvSpPr>
        <p:spPr/>
        <p:txBody>
          <a:bodyPr/>
          <a:lstStyle/>
          <a:p/>
        </p:txBody>
      </p:sp>
      <p:sp>
        <p:nvSpPr>
          <p:cNvPr id="4" name="Picture Placeholder 3"/>
          <p:cNvSpPr>
            <a:spLocks noGrp="1"/>
          </p:cNvSpPr>
          <p:nvPr>
            <p:ph type="pic" idx="1"/>
          </p:nvPr>
        </p:nvSpPr>
        <p:spPr/>
        <p:txBody>
          <a:bodyPr/>
          <a:p/>
          <a:p>
            <a:pPr/>
            <a:r>
              <a:t>Share which activities they want to try and the reasons.</a:t>
            </a:r>
          </a:p>
          <a:p>
            <a:pPr/>
            <a:r>
              <a:t>Invite groups to present their discussion outcomes to the class.</a:t>
            </a:r>
          </a:p>
          <a:p>
            <a:pPr/>
            <a:r>
              <a:t>Report their group's answers to the class, explaining which activity they want to try and why.</a:t>
            </a:r>
          </a:p>
        </p:txBody>
      </p:sp>
    </p:spTree>
  </p:cSld>
  <p:clrMapOvr>
    <a:masterClrMapping/>
  </p:clrMapOvr>
</p:sld>
</file>

<file path=ppt/slides/slide3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Wrap-up</a:t>
            </a:r>
          </a:p>
        </p:txBody>
      </p:sp>
      <p:sp>
        <p:nvSpPr>
          <p:cNvPr id="3" name="Text Placeholder 2"/>
          <p:cNvSpPr>
            <a:spLocks noGrp="1"/>
          </p:cNvSpPr>
          <p:nvPr>
            <p:ph type="body" idx="2" sz="half"/>
          </p:nvPr>
        </p:nvSpPr>
        <p:spPr/>
        <p:txBody>
          <a:bodyPr/>
          <a:lstStyle/>
          <a:p/>
        </p:txBody>
      </p:sp>
      <p:sp>
        <p:nvSpPr>
          <p:cNvPr id="4" name="Picture Placeholder 3"/>
          <p:cNvSpPr>
            <a:spLocks noGrp="1"/>
          </p:cNvSpPr>
          <p:nvPr>
            <p:ph type="pic" idx="1"/>
          </p:nvPr>
        </p:nvSpPr>
        <p:spPr/>
        <p:txBody>
          <a:bodyPr/>
          <a:p/>
          <a:p>
            <a:pPr/>
            <a:r>
              <a:t>Summarize key points from the lesson.</a:t>
            </a:r>
          </a:p>
          <a:p>
            <a:pPr/>
            <a:r>
              <a:t>Review key phrases for inviting and accepting invitations and ask students what they learned.</a:t>
            </a:r>
          </a:p>
          <a:p>
            <a:pPr/>
            <a:r>
              <a:t>Share one new thing they learned in the lesson.</a:t>
            </a:r>
          </a:p>
        </p:txBody>
      </p:sp>
    </p:spTree>
  </p:cSld>
  <p:clrMapOvr>
    <a:masterClrMapping/>
  </p:clrMapOvr>
</p:sld>
</file>

<file path=ppt/slides/slide3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Unit 1 - Leisure Time</a:t>
            </a:r>
          </a:p>
        </p:txBody>
      </p:sp>
      <p:sp>
        <p:nvSpPr>
          <p:cNvPr id="3" name="Text Placeholder 2"/>
          <p:cNvSpPr>
            <a:spLocks noGrp="1"/>
          </p:cNvSpPr>
          <p:nvPr>
            <p:ph type="body" idx="2" sz="half"/>
          </p:nvPr>
        </p:nvSpPr>
        <p:spPr/>
        <p:txBody>
          <a:bodyPr/>
          <a:lstStyle/>
          <a:p>
            <a:r>
              <a:t>Skills 1</a:t>
            </a:r>
          </a:p>
        </p:txBody>
      </p:sp>
    </p:spTree>
  </p:cSld>
  <p:clrMapOvr>
    <a:masterClrMapping/>
  </p:clrMapOvr>
</p:sld>
</file>

<file path=ppt/slides/slide3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Warm-up</a:t>
            </a:r>
          </a:p>
        </p:txBody>
      </p:sp>
      <p:sp>
        <p:nvSpPr>
          <p:cNvPr id="3" name="Text Placeholder 2"/>
          <p:cNvSpPr>
            <a:spLocks noGrp="1"/>
          </p:cNvSpPr>
          <p:nvPr>
            <p:ph type="body" idx="2" sz="half"/>
          </p:nvPr>
        </p:nvSpPr>
        <p:spPr/>
        <p:txBody>
          <a:bodyPr/>
          <a:lstStyle/>
          <a:p/>
        </p:txBody>
      </p:sp>
      <p:sp>
        <p:nvSpPr>
          <p:cNvPr id="4" name="Picture Placeholder 3"/>
          <p:cNvSpPr>
            <a:spLocks noGrp="1"/>
          </p:cNvSpPr>
          <p:nvPr>
            <p:ph type="pic" idx="1"/>
          </p:nvPr>
        </p:nvSpPr>
        <p:spPr/>
        <p:txBody>
          <a:bodyPr/>
          <a:p/>
          <a:p>
            <a:pPr/>
            <a:r>
              <a:t>Discuss common leisure activities students enjoy with their families.</a:t>
            </a:r>
          </a:p>
          <a:p>
            <a:pPr/>
            <a:r>
              <a:t>Ask students: 'What activities do you usually do with your family?' and list some examples on the board.</a:t>
            </a:r>
          </a:p>
        </p:txBody>
      </p:sp>
    </p:spTree>
  </p:cSld>
  <p:clrMapOvr>
    <a:masterClrMapping/>
  </p:clrMapOvr>
</p:sld>
</file>

<file path=ppt/slides/slide4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Stage 1: Picture Discussion</a:t>
            </a:r>
          </a:p>
        </p:txBody>
      </p:sp>
      <p:sp>
        <p:nvSpPr>
          <p:cNvPr id="3" name="Text Placeholder 2"/>
          <p:cNvSpPr>
            <a:spLocks noGrp="1"/>
          </p:cNvSpPr>
          <p:nvPr>
            <p:ph type="body" idx="2" sz="half"/>
          </p:nvPr>
        </p:nvSpPr>
        <p:spPr/>
        <p:txBody>
          <a:bodyPr/>
          <a:lstStyle/>
          <a:p/>
        </p:txBody>
      </p:sp>
      <p:sp>
        <p:nvSpPr>
          <p:cNvPr id="4" name="Picture Placeholder 3"/>
          <p:cNvSpPr>
            <a:spLocks noGrp="1"/>
          </p:cNvSpPr>
          <p:nvPr>
            <p:ph type="pic" idx="1"/>
          </p:nvPr>
        </p:nvSpPr>
        <p:spPr/>
        <p:txBody>
          <a:bodyPr/>
          <a:p/>
          <a:p>
            <a:pPr/>
            <a:r>
              <a:t>Look at the pictures and identify the activities shown.</a:t>
            </a:r>
          </a:p>
          <a:p>
            <a:pPr/>
            <a:r>
              <a:t>Show pictures and ask students: 'What activities can you see in these pictures?'</a:t>
            </a:r>
          </a:p>
        </p:txBody>
      </p:sp>
    </p:spTree>
  </p:cSld>
  <p:clrMapOvr>
    <a:masterClrMapping/>
  </p:clrMapOvr>
</p:sld>
</file>

<file path=ppt/slides/slide4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Stage 2: Reading Comprehension - Multiple Choice</a:t>
            </a:r>
          </a:p>
        </p:txBody>
      </p:sp>
      <p:sp>
        <p:nvSpPr>
          <p:cNvPr id="3" name="Text Placeholder 2"/>
          <p:cNvSpPr>
            <a:spLocks noGrp="1"/>
          </p:cNvSpPr>
          <p:nvPr>
            <p:ph type="body" idx="2" sz="half"/>
          </p:nvPr>
        </p:nvSpPr>
        <p:spPr/>
        <p:txBody>
          <a:bodyPr/>
          <a:lstStyle/>
          <a:p/>
        </p:txBody>
      </p:sp>
      <p:sp>
        <p:nvSpPr>
          <p:cNvPr id="4" name="Picture Placeholder 3"/>
          <p:cNvSpPr>
            <a:spLocks noGrp="1"/>
          </p:cNvSpPr>
          <p:nvPr>
            <p:ph type="pic" idx="1"/>
          </p:nvPr>
        </p:nvSpPr>
        <p:spPr/>
        <p:txBody>
          <a:bodyPr/>
          <a:p/>
          <a:p>
            <a:pPr/>
            <a:r>
              <a:t>Read about Trang's leisure activities and choose the correct answers.</a:t>
            </a:r>
          </a:p>
          <a:p>
            <a:pPr/>
            <a:r>
              <a:t>Ask students to read the text about Trang's leisure activities silently.</a:t>
            </a:r>
          </a:p>
          <a:p>
            <a:pPr/>
            <a:r>
              <a:t>Read the text and choose the correct answers for the questions: 1. The text is about Trang's leisure activities ______. 2. The word 'connect' is closest in meaning to ______.</a:t>
            </a:r>
          </a:p>
        </p:txBody>
      </p:sp>
    </p:spTree>
  </p:cSld>
  <p:clrMapOvr>
    <a:masterClrMapping/>
  </p:clrMapOvr>
</p:sld>
</file>

<file path=ppt/slides/slide4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Stage 3: Reading Comprehension - Answering Questions</a:t>
            </a:r>
          </a:p>
        </p:txBody>
      </p:sp>
      <p:sp>
        <p:nvSpPr>
          <p:cNvPr id="3" name="Text Placeholder 2"/>
          <p:cNvSpPr>
            <a:spLocks noGrp="1"/>
          </p:cNvSpPr>
          <p:nvPr>
            <p:ph type="body" idx="2" sz="half"/>
          </p:nvPr>
        </p:nvSpPr>
        <p:spPr/>
        <p:txBody>
          <a:bodyPr/>
          <a:lstStyle/>
          <a:p/>
        </p:txBody>
      </p:sp>
      <p:sp>
        <p:nvSpPr>
          <p:cNvPr id="4" name="Picture Placeholder 3"/>
          <p:cNvSpPr>
            <a:spLocks noGrp="1"/>
          </p:cNvSpPr>
          <p:nvPr>
            <p:ph type="pic" idx="1"/>
          </p:nvPr>
        </p:nvSpPr>
        <p:spPr/>
        <p:txBody>
          <a:bodyPr/>
          <a:p/>
          <a:p>
            <a:pPr/>
            <a:r>
              <a:t>Read the text again and answer the questions.</a:t>
            </a:r>
          </a:p>
          <a:p>
            <a:pPr/>
            <a:r>
              <a:t>Ask students to read the text again and answer the questions in their notebooks.</a:t>
            </a:r>
          </a:p>
          <a:p>
            <a:pPr/>
            <a:r>
              <a:t>Answer the questions: 1. What does Trang do with her family members at the weekend? 2. Who looks for recipes when Trang and her brother cook? 3. Which leisure activity does she love the most? 4. What does Trang's mum teach her to do? 5. What did she win?</a:t>
            </a:r>
          </a:p>
        </p:txBody>
      </p:sp>
    </p:spTree>
  </p:cSld>
  <p:clrMapOvr>
    <a:masterClrMapping/>
  </p:clrMapOvr>
</p:sld>
</file>

<file path=ppt/slides/slide4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Stage 4: Group Discussion</a:t>
            </a:r>
          </a:p>
        </p:txBody>
      </p:sp>
      <p:sp>
        <p:nvSpPr>
          <p:cNvPr id="3" name="Text Placeholder 2"/>
          <p:cNvSpPr>
            <a:spLocks noGrp="1"/>
          </p:cNvSpPr>
          <p:nvPr>
            <p:ph type="body" idx="2" sz="half"/>
          </p:nvPr>
        </p:nvSpPr>
        <p:spPr/>
        <p:txBody>
          <a:bodyPr/>
          <a:lstStyle/>
          <a:p/>
        </p:txBody>
      </p:sp>
      <p:sp>
        <p:nvSpPr>
          <p:cNvPr id="4" name="Picture Placeholder 3"/>
          <p:cNvSpPr>
            <a:spLocks noGrp="1"/>
          </p:cNvSpPr>
          <p:nvPr>
            <p:ph type="pic" idx="1"/>
          </p:nvPr>
        </p:nvSpPr>
        <p:spPr/>
        <p:txBody>
          <a:bodyPr/>
          <a:p/>
          <a:p>
            <a:pPr/>
            <a:r>
              <a:t>Discuss leisure activities with family and personal preferences.</a:t>
            </a:r>
          </a:p>
          <a:p>
            <a:pPr/>
            <a:r>
              <a:t>Divide students into groups and ask them to discuss the questions provided.</a:t>
            </a:r>
          </a:p>
          <a:p>
            <a:pPr/>
            <a:r>
              <a:t>In groups, take turns asking and answering: 1. What leisure activities do you usually do with your family? 2. Which one do you like the most? Why? 3. How do you feel when you spend time with your family members? Record answers in the table.</a:t>
            </a:r>
          </a:p>
        </p:txBody>
      </p:sp>
      <p:pic>
        <p:nvPicPr>
          <p:cNvPr id="5" name="Picture 4" descr="image.jpg"/>
          <p:cNvPicPr>
            <a:picLocks noChangeAspect="1"/>
          </p:cNvPicPr>
          <p:nvPr/>
        </p:nvPicPr>
        <p:blipFill>
          <a:blip r:embed="rId2"/>
          <a:stretch>
            <a:fillRect/>
          </a:stretch>
        </p:blipFill>
        <p:spPr>
          <a:xfrm>
            <a:off x="914400" y="1828800"/>
            <a:ext cx="4114800" cy="1345598"/>
          </a:xfrm>
          <a:prstGeom prst="rect">
            <a:avLst/>
          </a:prstGeom>
        </p:spPr>
      </p:pic>
    </p:spTree>
  </p:cSld>
  <p:clrMapOvr>
    <a:masterClrMapping/>
  </p:clrMapOvr>
</p:sld>
</file>

<file path=ppt/slides/slide4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Stage 5: Reporting to the Class</a:t>
            </a:r>
          </a:p>
        </p:txBody>
      </p:sp>
      <p:sp>
        <p:nvSpPr>
          <p:cNvPr id="3" name="Text Placeholder 2"/>
          <p:cNvSpPr>
            <a:spLocks noGrp="1"/>
          </p:cNvSpPr>
          <p:nvPr>
            <p:ph type="body" idx="2" sz="half"/>
          </p:nvPr>
        </p:nvSpPr>
        <p:spPr/>
        <p:txBody>
          <a:bodyPr/>
          <a:lstStyle/>
          <a:p/>
        </p:txBody>
      </p:sp>
      <p:sp>
        <p:nvSpPr>
          <p:cNvPr id="4" name="Picture Placeholder 3"/>
          <p:cNvSpPr>
            <a:spLocks noGrp="1"/>
          </p:cNvSpPr>
          <p:nvPr>
            <p:ph type="pic" idx="1"/>
          </p:nvPr>
        </p:nvSpPr>
        <p:spPr/>
        <p:txBody>
          <a:bodyPr/>
          <a:p/>
          <a:p>
            <a:pPr/>
            <a:r>
              <a:t>Report the group's answers and identify common activities.</a:t>
            </a:r>
          </a:p>
          <a:p>
            <a:pPr/>
            <a:r>
              <a:t>Invite groups to present their findings to the class.</a:t>
            </a:r>
          </a:p>
          <a:p>
            <a:pPr/>
            <a:r>
              <a:t>Report their group's answers to the class, highlighting the most common leisure activities.</a:t>
            </a:r>
          </a:p>
        </p:txBody>
      </p:sp>
    </p:spTree>
  </p:cSld>
  <p:clrMapOvr>
    <a:masterClrMapping/>
  </p:clrMapOvr>
</p:sld>
</file>

<file path=ppt/slides/slide4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Wrap-up</a:t>
            </a:r>
          </a:p>
        </p:txBody>
      </p:sp>
      <p:sp>
        <p:nvSpPr>
          <p:cNvPr id="3" name="Text Placeholder 2"/>
          <p:cNvSpPr>
            <a:spLocks noGrp="1"/>
          </p:cNvSpPr>
          <p:nvPr>
            <p:ph type="body" idx="2" sz="half"/>
          </p:nvPr>
        </p:nvSpPr>
        <p:spPr/>
        <p:txBody>
          <a:bodyPr/>
          <a:lstStyle/>
          <a:p/>
        </p:txBody>
      </p:sp>
      <p:sp>
        <p:nvSpPr>
          <p:cNvPr id="4" name="Picture Placeholder 3"/>
          <p:cNvSpPr>
            <a:spLocks noGrp="1"/>
          </p:cNvSpPr>
          <p:nvPr>
            <p:ph type="pic" idx="1"/>
          </p:nvPr>
        </p:nvSpPr>
        <p:spPr/>
        <p:txBody>
          <a:bodyPr/>
          <a:p/>
          <a:p>
            <a:pPr/>
            <a:r>
              <a:t>Summarize key points from the lesson.</a:t>
            </a:r>
          </a:p>
          <a:p>
            <a:pPr/>
            <a:r>
              <a:t>Review the key vocabulary and activities discussed. Ask students what they learned.</a:t>
            </a:r>
          </a:p>
          <a:p>
            <a:pPr/>
            <a:r>
              <a:t>Share one new thing they learned in the lesson.</a:t>
            </a:r>
          </a:p>
        </p:txBody>
      </p:sp>
    </p:spTree>
  </p:cSld>
  <p:clrMapOvr>
    <a:masterClrMapping/>
  </p:clrMapOvr>
</p:sld>
</file>

<file path=ppt/slides/slide4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Unit 1 - Leisure Time</a:t>
            </a:r>
          </a:p>
        </p:txBody>
      </p:sp>
      <p:sp>
        <p:nvSpPr>
          <p:cNvPr id="3" name="Text Placeholder 2"/>
          <p:cNvSpPr>
            <a:spLocks noGrp="1"/>
          </p:cNvSpPr>
          <p:nvPr>
            <p:ph type="body" idx="2" sz="half"/>
          </p:nvPr>
        </p:nvSpPr>
        <p:spPr/>
        <p:txBody>
          <a:bodyPr/>
          <a:lstStyle/>
          <a:p>
            <a:r>
              <a:t>Skills 2</a:t>
            </a:r>
          </a:p>
        </p:txBody>
      </p:sp>
    </p:spTree>
  </p:cSld>
  <p:clrMapOvr>
    <a:masterClrMapping/>
  </p:clrMapOvr>
</p:sld>
</file>

<file path=ppt/slides/slide4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Warm-up</a:t>
            </a:r>
          </a:p>
        </p:txBody>
      </p:sp>
      <p:sp>
        <p:nvSpPr>
          <p:cNvPr id="3" name="Text Placeholder 2"/>
          <p:cNvSpPr>
            <a:spLocks noGrp="1"/>
          </p:cNvSpPr>
          <p:nvPr>
            <p:ph type="body" idx="2" sz="half"/>
          </p:nvPr>
        </p:nvSpPr>
        <p:spPr/>
        <p:txBody>
          <a:bodyPr/>
          <a:lstStyle/>
          <a:p/>
        </p:txBody>
      </p:sp>
      <p:sp>
        <p:nvSpPr>
          <p:cNvPr id="4" name="Picture Placeholder 3"/>
          <p:cNvSpPr>
            <a:spLocks noGrp="1"/>
          </p:cNvSpPr>
          <p:nvPr>
            <p:ph type="pic" idx="1"/>
          </p:nvPr>
        </p:nvSpPr>
        <p:spPr/>
        <p:txBody>
          <a:bodyPr/>
          <a:p/>
          <a:p>
            <a:pPr/>
            <a:r>
              <a:t>Discuss leisure activities students enjoy with their friends.</a:t>
            </a:r>
          </a:p>
          <a:p>
            <a:pPr/>
            <a:r>
              <a:t>Ask students: 'What activities do you like to do with your friends in your free time?' and list some examples on the board.</a:t>
            </a:r>
          </a:p>
        </p:txBody>
      </p:sp>
    </p:spTree>
  </p:cSld>
  <p:clrMapOvr>
    <a:masterClrMapping/>
  </p:clrMapOvr>
</p:sld>
</file>

<file path=ppt/slides/slide4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Stage 1: Pre-listening Discussion</a:t>
            </a:r>
          </a:p>
        </p:txBody>
      </p:sp>
      <p:sp>
        <p:nvSpPr>
          <p:cNvPr id="3" name="Text Placeholder 2"/>
          <p:cNvSpPr>
            <a:spLocks noGrp="1"/>
          </p:cNvSpPr>
          <p:nvPr>
            <p:ph type="body" idx="2" sz="half"/>
          </p:nvPr>
        </p:nvSpPr>
        <p:spPr/>
        <p:txBody>
          <a:bodyPr/>
          <a:lstStyle/>
          <a:p/>
        </p:txBody>
      </p:sp>
      <p:sp>
        <p:nvSpPr>
          <p:cNvPr id="4" name="Picture Placeholder 3"/>
          <p:cNvSpPr>
            <a:spLocks noGrp="1"/>
          </p:cNvSpPr>
          <p:nvPr>
            <p:ph type="pic" idx="1"/>
          </p:nvPr>
        </p:nvSpPr>
        <p:spPr/>
        <p:txBody>
          <a:bodyPr/>
          <a:p/>
          <a:p>
            <a:pPr/>
            <a:r>
              <a:t>Discuss the importance of spending time with friends.</a:t>
            </a:r>
          </a:p>
          <a:p>
            <a:pPr/>
            <a:r>
              <a:t>Ask students: 'In your opinion, what activities can we do with our friends in our leisure time? Why should we spend time with our friends?'</a:t>
            </a:r>
          </a:p>
        </p:txBody>
      </p:sp>
    </p:spTree>
  </p:cSld>
  <p:clrMapOvr>
    <a:masterClrMapping/>
  </p:clrMapOvr>
</p:sld>
</file>

<file path=ppt/slides/slide4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Stage 2: Listening for Specific Information</a:t>
            </a:r>
          </a:p>
        </p:txBody>
      </p:sp>
      <p:sp>
        <p:nvSpPr>
          <p:cNvPr id="3" name="Text Placeholder 2"/>
          <p:cNvSpPr>
            <a:spLocks noGrp="1"/>
          </p:cNvSpPr>
          <p:nvPr>
            <p:ph type="body" idx="2" sz="half"/>
          </p:nvPr>
        </p:nvSpPr>
        <p:spPr/>
        <p:txBody>
          <a:bodyPr/>
          <a:lstStyle/>
          <a:p/>
        </p:txBody>
      </p:sp>
      <p:sp>
        <p:nvSpPr>
          <p:cNvPr id="4" name="Picture Placeholder 3"/>
          <p:cNvSpPr>
            <a:spLocks noGrp="1"/>
          </p:cNvSpPr>
          <p:nvPr>
            <p:ph type="pic" idx="1"/>
          </p:nvPr>
        </p:nvSpPr>
        <p:spPr/>
        <p:txBody>
          <a:bodyPr/>
          <a:p/>
          <a:p>
            <a:pPr/>
            <a:r>
              <a:t>Listen to an interview with Mark and choose the correct answers.</a:t>
            </a:r>
          </a:p>
          <a:p>
            <a:pPr/>
            <a:r>
              <a:t>Play the audio of the interview with Mark.</a:t>
            </a:r>
          </a:p>
          <a:p>
            <a:pPr/>
            <a:r>
              <a:t>Listen to the audio and choose the correct answers for the questions: 1. When does Mark usually have free time? 2. Who does he spend his free time with?</a:t>
            </a:r>
          </a:p>
        </p:txBody>
      </p:sp>
    </p:spTree>
  </p:cSld>
  <p:clrMapOvr>
    <a:masterClrMapping/>
  </p:clrMapOvr>
</p:sld>
</file>

<file path=ppt/slides/slide5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Stage 3: Listening for Details</a:t>
            </a:r>
          </a:p>
        </p:txBody>
      </p:sp>
      <p:sp>
        <p:nvSpPr>
          <p:cNvPr id="3" name="Text Placeholder 2"/>
          <p:cNvSpPr>
            <a:spLocks noGrp="1"/>
          </p:cNvSpPr>
          <p:nvPr>
            <p:ph type="body" idx="2" sz="half"/>
          </p:nvPr>
        </p:nvSpPr>
        <p:spPr/>
        <p:txBody>
          <a:bodyPr/>
          <a:lstStyle/>
          <a:p/>
        </p:txBody>
      </p:sp>
      <p:sp>
        <p:nvSpPr>
          <p:cNvPr id="4" name="Picture Placeholder 3"/>
          <p:cNvSpPr>
            <a:spLocks noGrp="1"/>
          </p:cNvSpPr>
          <p:nvPr>
            <p:ph type="pic" idx="1"/>
          </p:nvPr>
        </p:nvSpPr>
        <p:spPr/>
        <p:txBody>
          <a:bodyPr/>
          <a:p/>
          <a:p>
            <a:pPr/>
            <a:r>
              <a:t>Listen to the interview again and fill in the blanks in the table.</a:t>
            </a:r>
          </a:p>
          <a:p>
            <a:pPr/>
            <a:r>
              <a:t>Play the audio again and ask students to fill in the blanks in the table with no more than TWO words.</a:t>
            </a:r>
          </a:p>
          <a:p>
            <a:pPr/>
            <a:r>
              <a:t>Listen and complete the table: 1. Cooking and watching a (1) ________. 2. Fun and better than going to the (2) ________. 3. Going to the (3) ________ to play volleyball or skateboard. 4. Stay in (4) ________. 5. Going for a (5) ________. 6. See different (6) ________. </a:t>
            </a:r>
          </a:p>
        </p:txBody>
      </p:sp>
      <p:pic>
        <p:nvPicPr>
          <p:cNvPr id="5" name="Picture 4" descr="image.jpg"/>
          <p:cNvPicPr>
            <a:picLocks noChangeAspect="1"/>
          </p:cNvPicPr>
          <p:nvPr/>
        </p:nvPicPr>
        <p:blipFill>
          <a:blip r:embed="rId2"/>
          <a:stretch>
            <a:fillRect/>
          </a:stretch>
        </p:blipFill>
        <p:spPr>
          <a:xfrm>
            <a:off x="914400" y="1828800"/>
            <a:ext cx="4114800" cy="3564294"/>
          </a:xfrm>
          <a:prstGeom prst="rect">
            <a:avLst/>
          </a:prstGeom>
        </p:spPr>
      </p:pic>
    </p:spTree>
  </p:cSld>
  <p:clrMapOvr>
    <a:masterClrMapping/>
  </p:clrMapOvr>
</p:sld>
</file>

<file path=ppt/slides/slide5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Stage 4: Pair Discussion</a:t>
            </a:r>
          </a:p>
        </p:txBody>
      </p:sp>
      <p:sp>
        <p:nvSpPr>
          <p:cNvPr id="3" name="Text Placeholder 2"/>
          <p:cNvSpPr>
            <a:spLocks noGrp="1"/>
          </p:cNvSpPr>
          <p:nvPr>
            <p:ph type="body" idx="2" sz="half"/>
          </p:nvPr>
        </p:nvSpPr>
        <p:spPr/>
        <p:txBody>
          <a:bodyPr/>
          <a:lstStyle/>
          <a:p/>
        </p:txBody>
      </p:sp>
      <p:sp>
        <p:nvSpPr>
          <p:cNvPr id="4" name="Picture Placeholder 3"/>
          <p:cNvSpPr>
            <a:spLocks noGrp="1"/>
          </p:cNvSpPr>
          <p:nvPr>
            <p:ph type="pic" idx="1"/>
          </p:nvPr>
        </p:nvSpPr>
        <p:spPr/>
        <p:txBody>
          <a:bodyPr/>
          <a:p/>
          <a:p>
            <a:pPr/>
            <a:r>
              <a:t>Discuss personal leisure activities with a partner.</a:t>
            </a:r>
          </a:p>
          <a:p>
            <a:pPr/>
            <a:r>
              <a:t>Ask students to work in pairs and discuss the provided questions.</a:t>
            </a:r>
          </a:p>
          <a:p>
            <a:pPr/>
            <a:r>
              <a:t>In pairs, ask and answer: 1. When do you usually have free time? 2. What do you usually do with your friends in your free time? 3. Why do you do these activities?</a:t>
            </a:r>
          </a:p>
        </p:txBody>
      </p:sp>
    </p:spTree>
  </p:cSld>
  <p:clrMapOvr>
    <a:masterClrMapping/>
  </p:clrMapOvr>
</p:sld>
</file>

<file path=ppt/slides/slide5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Stage 5: Writing an Email</a:t>
            </a:r>
          </a:p>
        </p:txBody>
      </p:sp>
      <p:sp>
        <p:nvSpPr>
          <p:cNvPr id="3" name="Text Placeholder 2"/>
          <p:cNvSpPr>
            <a:spLocks noGrp="1"/>
          </p:cNvSpPr>
          <p:nvPr>
            <p:ph type="body" idx="2" sz="half"/>
          </p:nvPr>
        </p:nvSpPr>
        <p:spPr/>
        <p:txBody>
          <a:bodyPr/>
          <a:lstStyle/>
          <a:p/>
        </p:txBody>
      </p:sp>
      <p:sp>
        <p:nvSpPr>
          <p:cNvPr id="4" name="Picture Placeholder 3"/>
          <p:cNvSpPr>
            <a:spLocks noGrp="1"/>
          </p:cNvSpPr>
          <p:nvPr>
            <p:ph type="pic" idx="1"/>
          </p:nvPr>
        </p:nvSpPr>
        <p:spPr/>
        <p:txBody>
          <a:bodyPr/>
          <a:p/>
          <a:p>
            <a:pPr/>
            <a:r>
              <a:t>Write an email to a penfriend about personal leisure activities.</a:t>
            </a:r>
          </a:p>
          <a:p>
            <a:pPr/>
            <a:r>
              <a:t>Guide students on how to structure their email using the template provided.</a:t>
            </a:r>
          </a:p>
          <a:p>
            <a:pPr/>
            <a:r>
              <a:t>Write an email (80-100 words) using their answers from the pair discussion: From: To: Subject: My free time Hi ________, It's nice to hear from you again. Let me tell you about ______________. Bye for now,</a:t>
            </a:r>
          </a:p>
        </p:txBody>
      </p:sp>
      <p:pic>
        <p:nvPicPr>
          <p:cNvPr id="5" name="Picture 4" descr="image.jpg"/>
          <p:cNvPicPr>
            <a:picLocks noChangeAspect="1"/>
          </p:cNvPicPr>
          <p:nvPr/>
        </p:nvPicPr>
        <p:blipFill>
          <a:blip r:embed="rId2"/>
          <a:stretch>
            <a:fillRect/>
          </a:stretch>
        </p:blipFill>
        <p:spPr>
          <a:xfrm>
            <a:off x="914400" y="1828800"/>
            <a:ext cx="4114800" cy="6782637"/>
          </a:xfrm>
          <a:prstGeom prst="rect">
            <a:avLst/>
          </a:prstGeom>
        </p:spPr>
      </p:pic>
    </p:spTree>
  </p:cSld>
  <p:clrMapOvr>
    <a:masterClrMapping/>
  </p:clrMapOvr>
</p:sld>
</file>

<file path=ppt/slides/slide5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Wrap-up</a:t>
            </a:r>
          </a:p>
        </p:txBody>
      </p:sp>
      <p:sp>
        <p:nvSpPr>
          <p:cNvPr id="3" name="Text Placeholder 2"/>
          <p:cNvSpPr>
            <a:spLocks noGrp="1"/>
          </p:cNvSpPr>
          <p:nvPr>
            <p:ph type="body" idx="2" sz="half"/>
          </p:nvPr>
        </p:nvSpPr>
        <p:spPr/>
        <p:txBody>
          <a:bodyPr/>
          <a:lstStyle/>
          <a:p/>
        </p:txBody>
      </p:sp>
      <p:sp>
        <p:nvSpPr>
          <p:cNvPr id="4" name="Picture Placeholder 3"/>
          <p:cNvSpPr>
            <a:spLocks noGrp="1"/>
          </p:cNvSpPr>
          <p:nvPr>
            <p:ph type="pic" idx="1"/>
          </p:nvPr>
        </p:nvSpPr>
        <p:spPr/>
        <p:txBody>
          <a:bodyPr/>
          <a:p/>
          <a:p>
            <a:pPr/>
            <a:r>
              <a:t>Summarize key points from the lesson.</a:t>
            </a:r>
          </a:p>
          <a:p>
            <a:pPr/>
            <a:r>
              <a:t>Review the key vocabulary and activities discussed. Ask students what they learned.</a:t>
            </a:r>
          </a:p>
          <a:p>
            <a:pPr/>
            <a:r>
              <a:t>Share one new thing they learned in the lesson.</a:t>
            </a:r>
          </a:p>
        </p:txBody>
      </p:sp>
    </p:spTree>
  </p:cSld>
  <p:clrMapOvr>
    <a:masterClrMapping/>
  </p:clrMapOvr>
</p:sld>
</file>

<file path=ppt/slides/slide5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Unit 1 - Leisure Time</a:t>
            </a:r>
          </a:p>
        </p:txBody>
      </p:sp>
      <p:sp>
        <p:nvSpPr>
          <p:cNvPr id="3" name="Text Placeholder 2"/>
          <p:cNvSpPr>
            <a:spLocks noGrp="1"/>
          </p:cNvSpPr>
          <p:nvPr>
            <p:ph type="body" idx="2" sz="half"/>
          </p:nvPr>
        </p:nvSpPr>
        <p:spPr/>
        <p:txBody>
          <a:bodyPr/>
          <a:lstStyle/>
          <a:p>
            <a:r>
              <a:t>Looking Back</a:t>
            </a:r>
          </a:p>
        </p:txBody>
      </p:sp>
    </p:spTree>
  </p:cSld>
  <p:clrMapOvr>
    <a:masterClrMapping/>
  </p:clrMapOvr>
</p:sld>
</file>

<file path=ppt/slides/slide5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Warm-up</a:t>
            </a:r>
          </a:p>
        </p:txBody>
      </p:sp>
      <p:sp>
        <p:nvSpPr>
          <p:cNvPr id="3" name="Text Placeholder 2"/>
          <p:cNvSpPr>
            <a:spLocks noGrp="1"/>
          </p:cNvSpPr>
          <p:nvPr>
            <p:ph type="body" idx="2" sz="half"/>
          </p:nvPr>
        </p:nvSpPr>
        <p:spPr/>
        <p:txBody>
          <a:bodyPr/>
          <a:lstStyle/>
          <a:p/>
        </p:txBody>
      </p:sp>
      <p:sp>
        <p:nvSpPr>
          <p:cNvPr id="4" name="Picture Placeholder 3"/>
          <p:cNvSpPr>
            <a:spLocks noGrp="1"/>
          </p:cNvSpPr>
          <p:nvPr>
            <p:ph type="pic" idx="1"/>
          </p:nvPr>
        </p:nvSpPr>
        <p:spPr/>
        <p:txBody>
          <a:bodyPr/>
          <a:p/>
          <a:p>
            <a:pPr/>
            <a:r>
              <a:t>Discuss common leisure activities students enjoy.</a:t>
            </a:r>
          </a:p>
          <a:p>
            <a:pPr/>
            <a:r>
              <a:t>Ask students: 'What leisure activities do you enjoy doing in your free time?' and list some examples on the board.</a:t>
            </a:r>
          </a:p>
        </p:txBody>
      </p:sp>
    </p:spTree>
  </p:cSld>
  <p:clrMapOvr>
    <a:masterClrMapping/>
  </p:clrMapOvr>
</p:sld>
</file>

<file path=ppt/slides/slide5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Stage 1: Vocabulary Practice - Sentence Completion</a:t>
            </a:r>
          </a:p>
        </p:txBody>
      </p:sp>
      <p:sp>
        <p:nvSpPr>
          <p:cNvPr id="3" name="Text Placeholder 2"/>
          <p:cNvSpPr>
            <a:spLocks noGrp="1"/>
          </p:cNvSpPr>
          <p:nvPr>
            <p:ph type="body" idx="2" sz="half"/>
          </p:nvPr>
        </p:nvSpPr>
        <p:spPr/>
        <p:txBody>
          <a:bodyPr/>
          <a:lstStyle/>
          <a:p/>
        </p:txBody>
      </p:sp>
      <p:sp>
        <p:nvSpPr>
          <p:cNvPr id="4" name="Picture Placeholder 3"/>
          <p:cNvSpPr>
            <a:spLocks noGrp="1"/>
          </p:cNvSpPr>
          <p:nvPr>
            <p:ph type="pic" idx="1"/>
          </p:nvPr>
        </p:nvSpPr>
        <p:spPr/>
        <p:txBody>
          <a:bodyPr/>
          <a:p/>
          <a:p>
            <a:pPr/>
            <a:r>
              <a:t>Complete the sentences with appropriate leisure activities.</a:t>
            </a:r>
          </a:p>
          <a:p>
            <a:pPr/>
            <a:r>
              <a:t>Read each sentence aloud and ask students to complete it with a suitable leisure activity.</a:t>
            </a:r>
          </a:p>
          <a:p>
            <a:pPr/>
            <a:r>
              <a:t>Individually complete the sentences: 1. Mai loves __________ online. 2. My favourite leisure activity is __________. 3. __________ is a popular way for teens. 4. My brother is fond of __________ with his friends. 5. Tom spends one hour on the Internet. He is keen on __________.</a:t>
            </a:r>
          </a:p>
        </p:txBody>
      </p:sp>
    </p:spTree>
  </p:cSld>
  <p:clrMapOvr>
    <a:masterClrMapping/>
  </p:clrMapOvr>
</p:sld>
</file>

<file path=ppt/slides/slide5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Stage 2: Sentence Formation from Cues</a:t>
            </a:r>
          </a:p>
        </p:txBody>
      </p:sp>
      <p:sp>
        <p:nvSpPr>
          <p:cNvPr id="3" name="Text Placeholder 2"/>
          <p:cNvSpPr>
            <a:spLocks noGrp="1"/>
          </p:cNvSpPr>
          <p:nvPr>
            <p:ph type="body" idx="2" sz="half"/>
          </p:nvPr>
        </p:nvSpPr>
        <p:spPr/>
        <p:txBody>
          <a:bodyPr/>
          <a:lstStyle/>
          <a:p/>
        </p:txBody>
      </p:sp>
      <p:sp>
        <p:nvSpPr>
          <p:cNvPr id="4" name="Picture Placeholder 3"/>
          <p:cNvSpPr>
            <a:spLocks noGrp="1"/>
          </p:cNvSpPr>
          <p:nvPr>
            <p:ph type="pic" idx="1"/>
          </p:nvPr>
        </p:nvSpPr>
        <p:spPr/>
        <p:txBody>
          <a:bodyPr/>
          <a:p/>
          <a:p>
            <a:pPr/>
            <a:r>
              <a:t>Write complete sentences from the given cues.</a:t>
            </a:r>
          </a:p>
          <a:p>
            <a:pPr/>
            <a:r>
              <a:t>Provide students with cues and ask them to form complete sentences.</a:t>
            </a:r>
          </a:p>
          <a:p>
            <a:pPr/>
            <a:r>
              <a:t>Write sentences: 1. My cousin is crazy about playing computer games. 2. Are they interested in playing badminton after school? 3. I am not fond of making models because I am not patient. 4. Why are you not into cooking? Because I often burn myself. 5. My friends are keen on doing judo and they go to the judo club every Sunday.</a:t>
            </a:r>
          </a:p>
        </p:txBody>
      </p:sp>
    </p:spTree>
  </p:cSld>
  <p:clrMapOvr>
    <a:masterClrMapping/>
  </p:clrMapOvr>
</p:sld>
</file>

<file path=ppt/slides/slide5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Stage 3: Grammar Practice - Gerunds</a:t>
            </a:r>
          </a:p>
        </p:txBody>
      </p:sp>
      <p:sp>
        <p:nvSpPr>
          <p:cNvPr id="3" name="Text Placeholder 2"/>
          <p:cNvSpPr>
            <a:spLocks noGrp="1"/>
          </p:cNvSpPr>
          <p:nvPr>
            <p:ph type="body" idx="2" sz="half"/>
          </p:nvPr>
        </p:nvSpPr>
        <p:spPr/>
        <p:txBody>
          <a:bodyPr/>
          <a:lstStyle/>
          <a:p/>
        </p:txBody>
      </p:sp>
      <p:sp>
        <p:nvSpPr>
          <p:cNvPr id="4" name="Picture Placeholder 3"/>
          <p:cNvSpPr>
            <a:spLocks noGrp="1"/>
          </p:cNvSpPr>
          <p:nvPr>
            <p:ph type="pic" idx="1"/>
          </p:nvPr>
        </p:nvSpPr>
        <p:spPr/>
        <p:txBody>
          <a:bodyPr/>
          <a:p/>
          <a:p>
            <a:pPr/>
            <a:r>
              <a:t>Fill in each blank with the correct form(s) of the verb in brackets.</a:t>
            </a:r>
          </a:p>
          <a:p>
            <a:pPr/>
            <a:r>
              <a:t>Ask students to fill in the blanks with the correct verb forms.</a:t>
            </a:r>
          </a:p>
          <a:p>
            <a:pPr/>
            <a:r>
              <a:t>Complete the sentences: 1. Does Tom enjoy cycling in the park? 2. Some teenagers don’t like reading comic books. 3. Mai detests playing sport. 4. Trang and Ann love chatting. 5. What do Nam and Mark prefer doing at the weekend?</a:t>
            </a:r>
          </a:p>
        </p:txBody>
      </p:sp>
    </p:spTree>
  </p:cSld>
  <p:clrMapOvr>
    <a:masterClrMapping/>
  </p:clrMapOvr>
</p:sld>
</file>

<file path=ppt/slides/slide5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Stage 4: Passage Completion</a:t>
            </a:r>
          </a:p>
        </p:txBody>
      </p:sp>
      <p:sp>
        <p:nvSpPr>
          <p:cNvPr id="3" name="Text Placeholder 2"/>
          <p:cNvSpPr>
            <a:spLocks noGrp="1"/>
          </p:cNvSpPr>
          <p:nvPr>
            <p:ph type="body" idx="2" sz="half"/>
          </p:nvPr>
        </p:nvSpPr>
        <p:spPr/>
        <p:txBody>
          <a:bodyPr/>
          <a:lstStyle/>
          <a:p/>
        </p:txBody>
      </p:sp>
      <p:sp>
        <p:nvSpPr>
          <p:cNvPr id="4" name="Picture Placeholder 3"/>
          <p:cNvSpPr>
            <a:spLocks noGrp="1"/>
          </p:cNvSpPr>
          <p:nvPr>
            <p:ph type="pic" idx="1"/>
          </p:nvPr>
        </p:nvSpPr>
        <p:spPr/>
        <p:txBody>
          <a:bodyPr/>
          <a:p/>
          <a:p>
            <a:pPr/>
            <a:r>
              <a:t>Complete the passage using the correct form(s) of the verbs in brackets.</a:t>
            </a:r>
          </a:p>
          <a:p>
            <a:pPr/>
            <a:r>
              <a:t>Guide students to complete the passage using the correct verb forms.</a:t>
            </a:r>
          </a:p>
          <a:p>
            <a:pPr/>
            <a:r>
              <a:t>Complete the passage: Ann is my best friend. She enjoys riding a horse. Sometimes, she likes reading or messaging. She also loves making and knitting. However, she dislikes playing.</a:t>
            </a:r>
          </a:p>
        </p:txBody>
      </p:sp>
      <p:pic>
        <p:nvPicPr>
          <p:cNvPr id="5" name="Picture 4" descr="image.jpg"/>
          <p:cNvPicPr>
            <a:picLocks noChangeAspect="1"/>
          </p:cNvPicPr>
          <p:nvPr/>
        </p:nvPicPr>
        <p:blipFill>
          <a:blip r:embed="rId2"/>
          <a:stretch>
            <a:fillRect/>
          </a:stretch>
        </p:blipFill>
        <p:spPr>
          <a:xfrm>
            <a:off x="914400" y="1828800"/>
            <a:ext cx="4114800" cy="6672649"/>
          </a:xfrm>
          <a:prstGeom prst="rect">
            <a:avLst/>
          </a:prstGeom>
        </p:spPr>
      </p:pic>
    </p:spTree>
  </p:cSld>
  <p:clrMapOvr>
    <a:masterClrMapping/>
  </p:clrMapOvr>
</p:sld>
</file>

<file path=ppt/slides/slide6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Wrap-up</a:t>
            </a:r>
          </a:p>
        </p:txBody>
      </p:sp>
      <p:sp>
        <p:nvSpPr>
          <p:cNvPr id="3" name="Text Placeholder 2"/>
          <p:cNvSpPr>
            <a:spLocks noGrp="1"/>
          </p:cNvSpPr>
          <p:nvPr>
            <p:ph type="body" idx="2" sz="half"/>
          </p:nvPr>
        </p:nvSpPr>
        <p:spPr/>
        <p:txBody>
          <a:bodyPr/>
          <a:lstStyle/>
          <a:p/>
        </p:txBody>
      </p:sp>
      <p:sp>
        <p:nvSpPr>
          <p:cNvPr id="4" name="Picture Placeholder 3"/>
          <p:cNvSpPr>
            <a:spLocks noGrp="1"/>
          </p:cNvSpPr>
          <p:nvPr>
            <p:ph type="pic" idx="1"/>
          </p:nvPr>
        </p:nvSpPr>
        <p:spPr/>
        <p:txBody>
          <a:bodyPr/>
          <a:p/>
          <a:p>
            <a:pPr/>
            <a:r>
              <a:t>Summarize key points from the lesson.</a:t>
            </a:r>
          </a:p>
          <a:p>
            <a:pPr/>
            <a:r>
              <a:t>Review the key vocabulary and grammar points discussed. Ask students what they learned.</a:t>
            </a:r>
          </a:p>
          <a:p>
            <a:pPr/>
            <a:r>
              <a:t>Share one new thing they learned in the lesson.</a:t>
            </a:r>
          </a:p>
        </p:txBody>
      </p:sp>
    </p:spTree>
  </p:cSld>
  <p:clrMapOvr>
    <a:masterClrMapping/>
  </p:clrMapOvr>
</p:sld>
</file>

<file path=ppt/slides/slide6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Unit 1 - Leisure Time</a:t>
            </a:r>
          </a:p>
        </p:txBody>
      </p:sp>
      <p:sp>
        <p:nvSpPr>
          <p:cNvPr id="3" name="Text Placeholder 2"/>
          <p:cNvSpPr>
            <a:spLocks noGrp="1"/>
          </p:cNvSpPr>
          <p:nvPr>
            <p:ph type="body" idx="2" sz="half"/>
          </p:nvPr>
        </p:nvSpPr>
        <p:spPr/>
        <p:txBody>
          <a:bodyPr/>
          <a:lstStyle/>
          <a:p>
            <a:r>
              <a:t>Project</a:t>
            </a:r>
          </a:p>
        </p:txBody>
      </p:sp>
    </p:spTree>
  </p:cSld>
  <p:clrMapOvr>
    <a:masterClrMapping/>
  </p:clrMapOvr>
</p:sld>
</file>

<file path=ppt/slides/slide6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Warm-up</a:t>
            </a:r>
          </a:p>
        </p:txBody>
      </p:sp>
      <p:sp>
        <p:nvSpPr>
          <p:cNvPr id="3" name="Text Placeholder 2"/>
          <p:cNvSpPr>
            <a:spLocks noGrp="1"/>
          </p:cNvSpPr>
          <p:nvPr>
            <p:ph type="body" idx="2" sz="half"/>
          </p:nvPr>
        </p:nvSpPr>
        <p:spPr/>
        <p:txBody>
          <a:bodyPr/>
          <a:lstStyle/>
          <a:p/>
        </p:txBody>
      </p:sp>
      <p:sp>
        <p:nvSpPr>
          <p:cNvPr id="4" name="Picture Placeholder 3"/>
          <p:cNvSpPr>
            <a:spLocks noGrp="1"/>
          </p:cNvSpPr>
          <p:nvPr>
            <p:ph type="pic" idx="1"/>
          </p:nvPr>
        </p:nvSpPr>
        <p:spPr/>
        <p:txBody>
          <a:bodyPr/>
          <a:p/>
          <a:p>
            <a:pPr/>
            <a:r>
              <a:t>Discuss the purpose and importance of conducting surveys about leisure activities.</a:t>
            </a:r>
          </a:p>
          <a:p>
            <a:pPr/>
            <a:r>
              <a:t>Ask students: 'Why is it important to know about leisure activities people enjoy?' and discuss the benefits of conducting surveys.</a:t>
            </a:r>
          </a:p>
        </p:txBody>
      </p:sp>
    </p:spTree>
  </p:cSld>
  <p:clrMapOvr>
    <a:masterClrMapping/>
  </p:clrMapOvr>
</p:sld>
</file>

<file path=ppt/slides/slide6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Stage 1: Group Formation and Preparation</a:t>
            </a:r>
          </a:p>
        </p:txBody>
      </p:sp>
      <p:sp>
        <p:nvSpPr>
          <p:cNvPr id="3" name="Text Placeholder 2"/>
          <p:cNvSpPr>
            <a:spLocks noGrp="1"/>
          </p:cNvSpPr>
          <p:nvPr>
            <p:ph type="body" idx="2" sz="half"/>
          </p:nvPr>
        </p:nvSpPr>
        <p:spPr/>
        <p:txBody>
          <a:bodyPr/>
          <a:lstStyle/>
          <a:p/>
        </p:txBody>
      </p:sp>
      <p:sp>
        <p:nvSpPr>
          <p:cNvPr id="4" name="Picture Placeholder 3"/>
          <p:cNvSpPr>
            <a:spLocks noGrp="1"/>
          </p:cNvSpPr>
          <p:nvPr>
            <p:ph type="pic" idx="1"/>
          </p:nvPr>
        </p:nvSpPr>
        <p:spPr/>
        <p:txBody>
          <a:bodyPr/>
          <a:p/>
          <a:p>
            <a:pPr/>
            <a:r>
              <a:t>Form groups and prepare interview questions for the survey.</a:t>
            </a:r>
          </a:p>
          <a:p>
            <a:pPr/>
            <a:r>
              <a:t>Divide the class into groups and assign roles such as interviewer, note-taker, and presenter.</a:t>
            </a:r>
          </a:p>
          <a:p>
            <a:pPr/>
            <a:r>
              <a:t>In groups, review the interview questions and decide on the approach for conducting the survey.</a:t>
            </a:r>
          </a:p>
        </p:txBody>
      </p:sp>
    </p:spTree>
  </p:cSld>
  <p:clrMapOvr>
    <a:masterClrMapping/>
  </p:clrMapOvr>
</p:sld>
</file>

<file path=ppt/slides/slide6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Stage 2: Conducting the Survey</a:t>
            </a:r>
          </a:p>
        </p:txBody>
      </p:sp>
      <p:sp>
        <p:nvSpPr>
          <p:cNvPr id="3" name="Text Placeholder 2"/>
          <p:cNvSpPr>
            <a:spLocks noGrp="1"/>
          </p:cNvSpPr>
          <p:nvPr>
            <p:ph type="body" idx="2" sz="half"/>
          </p:nvPr>
        </p:nvSpPr>
        <p:spPr/>
        <p:txBody>
          <a:bodyPr/>
          <a:lstStyle/>
          <a:p/>
        </p:txBody>
      </p:sp>
      <p:sp>
        <p:nvSpPr>
          <p:cNvPr id="4" name="Picture Placeholder 3"/>
          <p:cNvSpPr>
            <a:spLocks noGrp="1"/>
          </p:cNvSpPr>
          <p:nvPr>
            <p:ph type="pic" idx="1"/>
          </p:nvPr>
        </p:nvSpPr>
        <p:spPr/>
        <p:txBody>
          <a:bodyPr/>
          <a:p/>
          <a:p>
            <a:pPr/>
            <a:r>
              <a:t>Interview classmates or students from other classes using the prepared questions.</a:t>
            </a:r>
          </a:p>
          <a:p>
            <a:pPr/>
            <a:r>
              <a:t>Conduct interviews using the following questions: 1. When do you have free time? 2. What do you like doing with your family in your free time? 3. What do you like doing with your friends in your free time? 4. What leisure activities do you like doing on your own? 5. What leisure activities would you like to try in the future?</a:t>
            </a:r>
          </a:p>
        </p:txBody>
      </p:sp>
    </p:spTree>
  </p:cSld>
  <p:clrMapOvr>
    <a:masterClrMapping/>
  </p:clrMapOvr>
</p:sld>
</file>

<file path=ppt/slides/slide6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Stage 3: Data Collection and Organization</a:t>
            </a:r>
          </a:p>
        </p:txBody>
      </p:sp>
      <p:sp>
        <p:nvSpPr>
          <p:cNvPr id="3" name="Text Placeholder 2"/>
          <p:cNvSpPr>
            <a:spLocks noGrp="1"/>
          </p:cNvSpPr>
          <p:nvPr>
            <p:ph type="body" idx="2" sz="half"/>
          </p:nvPr>
        </p:nvSpPr>
        <p:spPr/>
        <p:txBody>
          <a:bodyPr/>
          <a:lstStyle/>
          <a:p/>
        </p:txBody>
      </p:sp>
      <p:sp>
        <p:nvSpPr>
          <p:cNvPr id="4" name="Picture Placeholder 3"/>
          <p:cNvSpPr>
            <a:spLocks noGrp="1"/>
          </p:cNvSpPr>
          <p:nvPr>
            <p:ph type="pic" idx="1"/>
          </p:nvPr>
        </p:nvSpPr>
        <p:spPr/>
        <p:txBody>
          <a:bodyPr/>
          <a:p/>
          <a:p>
            <a:pPr/>
            <a:r>
              <a:t>Collect and organize the answers using the provided table format.</a:t>
            </a:r>
          </a:p>
          <a:p>
            <a:pPr/>
            <a:r>
              <a:t>Fill in the table with the collected data: Student | Question 1 | Question 2 | Question 3 | Question 4 | Question 5.</a:t>
            </a:r>
          </a:p>
        </p:txBody>
      </p:sp>
      <p:pic>
        <p:nvPicPr>
          <p:cNvPr id="5" name="Picture 4" descr="image.jpg"/>
          <p:cNvPicPr>
            <a:picLocks noChangeAspect="1"/>
          </p:cNvPicPr>
          <p:nvPr/>
        </p:nvPicPr>
        <p:blipFill>
          <a:blip r:embed="rId2"/>
          <a:stretch>
            <a:fillRect/>
          </a:stretch>
        </p:blipFill>
        <p:spPr>
          <a:xfrm>
            <a:off x="914400" y="1828800"/>
            <a:ext cx="4114800" cy="774954"/>
          </a:xfrm>
          <a:prstGeom prst="rect">
            <a:avLst/>
          </a:prstGeom>
        </p:spPr>
      </p:pic>
    </p:spTree>
  </p:cSld>
  <p:clrMapOvr>
    <a:masterClrMapping/>
  </p:clrMapOvr>
</p:sld>
</file>

<file path=ppt/slides/slide6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Stage 4: Group Analysis and Discussion</a:t>
            </a:r>
          </a:p>
        </p:txBody>
      </p:sp>
      <p:sp>
        <p:nvSpPr>
          <p:cNvPr id="3" name="Text Placeholder 2"/>
          <p:cNvSpPr>
            <a:spLocks noGrp="1"/>
          </p:cNvSpPr>
          <p:nvPr>
            <p:ph type="body" idx="2" sz="half"/>
          </p:nvPr>
        </p:nvSpPr>
        <p:spPr/>
        <p:txBody>
          <a:bodyPr/>
          <a:lstStyle/>
          <a:p/>
        </p:txBody>
      </p:sp>
      <p:sp>
        <p:nvSpPr>
          <p:cNvPr id="4" name="Picture Placeholder 3"/>
          <p:cNvSpPr>
            <a:spLocks noGrp="1"/>
          </p:cNvSpPr>
          <p:nvPr>
            <p:ph type="pic" idx="1"/>
          </p:nvPr>
        </p:nvSpPr>
        <p:spPr/>
        <p:txBody>
          <a:bodyPr/>
          <a:p/>
          <a:p>
            <a:pPr/>
            <a:r>
              <a:t>Discuss and analyze the survey results within the group.</a:t>
            </a:r>
          </a:p>
          <a:p>
            <a:pPr/>
            <a:r>
              <a:t>In groups, discuss the following: 1. How many students did you interview? 2. When do the students have free time? 3. What are the most popular activities they do with their family? 4. What are the most popular activities they do with their friends? 5. What are the most popular activities they do on their own? 6. What leisure activities would they like to try in the future?</a:t>
            </a:r>
          </a:p>
        </p:txBody>
      </p:sp>
    </p:spTree>
  </p:cSld>
  <p:clrMapOvr>
    <a:masterClrMapping/>
  </p:clrMapOvr>
</p:sld>
</file>

<file path=ppt/slides/slide6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Stage 5: Reporting to the Class</a:t>
            </a:r>
          </a:p>
        </p:txBody>
      </p:sp>
      <p:sp>
        <p:nvSpPr>
          <p:cNvPr id="3" name="Text Placeholder 2"/>
          <p:cNvSpPr>
            <a:spLocks noGrp="1"/>
          </p:cNvSpPr>
          <p:nvPr>
            <p:ph type="body" idx="2" sz="half"/>
          </p:nvPr>
        </p:nvSpPr>
        <p:spPr/>
        <p:txBody>
          <a:bodyPr/>
          <a:lstStyle/>
          <a:p/>
        </p:txBody>
      </p:sp>
      <p:sp>
        <p:nvSpPr>
          <p:cNvPr id="4" name="Picture Placeholder 3"/>
          <p:cNvSpPr>
            <a:spLocks noGrp="1"/>
          </p:cNvSpPr>
          <p:nvPr>
            <p:ph type="pic" idx="1"/>
          </p:nvPr>
        </p:nvSpPr>
        <p:spPr/>
        <p:txBody>
          <a:bodyPr/>
          <a:p/>
          <a:p>
            <a:pPr/>
            <a:r>
              <a:t>Present the survey findings to the class based on the analysis.</a:t>
            </a:r>
          </a:p>
          <a:p>
            <a:pPr/>
            <a:r>
              <a:t>Invite each group to present their findings to the class.</a:t>
            </a:r>
          </a:p>
          <a:p>
            <a:pPr/>
            <a:r>
              <a:t>Present the group's findings, highlighting key insights and popular activities.</a:t>
            </a:r>
          </a:p>
        </p:txBody>
      </p:sp>
    </p:spTree>
  </p:cSld>
  <p:clrMapOvr>
    <a:masterClrMapping/>
  </p:clrMapOvr>
</p:sld>
</file>

<file path=ppt/slides/slide6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Wrap-up</a:t>
            </a:r>
          </a:p>
        </p:txBody>
      </p:sp>
      <p:sp>
        <p:nvSpPr>
          <p:cNvPr id="3" name="Text Placeholder 2"/>
          <p:cNvSpPr>
            <a:spLocks noGrp="1"/>
          </p:cNvSpPr>
          <p:nvPr>
            <p:ph type="body" idx="2" sz="half"/>
          </p:nvPr>
        </p:nvSpPr>
        <p:spPr/>
        <p:txBody>
          <a:bodyPr/>
          <a:lstStyle/>
          <a:p/>
        </p:txBody>
      </p:sp>
      <p:sp>
        <p:nvSpPr>
          <p:cNvPr id="4" name="Picture Placeholder 3"/>
          <p:cNvSpPr>
            <a:spLocks noGrp="1"/>
          </p:cNvSpPr>
          <p:nvPr>
            <p:ph type="pic" idx="1"/>
          </p:nvPr>
        </p:nvSpPr>
        <p:spPr/>
        <p:txBody>
          <a:bodyPr/>
          <a:p/>
          <a:p>
            <a:pPr/>
            <a:r>
              <a:t>Summarize the key points from the survey project.</a:t>
            </a:r>
          </a:p>
          <a:p>
            <a:pPr/>
            <a:r>
              <a:t>Review the key vocabulary and activities discussed. Ask students what they learned from conducting the survey.</a:t>
            </a:r>
          </a:p>
          <a:p>
            <a:pPr/>
            <a:r>
              <a:t>Reflect on the process and share one new thing they learned during the project.</a:t>
            </a:r>
          </a:p>
        </p:txBody>
      </p:sp>
    </p:spTree>
  </p:cSld>
  <p:clrMapOvr>
    <a:masterClrMapping/>
  </p:clrMapOvr>
</p:sld>
</file>

<file path=ppt/theme/theme1.xml><?xml version="1.0" encoding="utf-8"?>
<a:theme xmlns:a="http://schemas.openxmlformats.org/drawingml/2006/main" name="Office Theme">
  <a:themeElements>
    <a:clrScheme name="Custom 254">
      <a:dk1>
        <a:srgbClr val="000000"/>
      </a:dk1>
      <a:lt1>
        <a:srgbClr val="FFFFFF"/>
      </a:lt1>
      <a:dk2>
        <a:srgbClr val="242A41"/>
      </a:dk2>
      <a:lt2>
        <a:srgbClr val="E2E8E3"/>
      </a:lt2>
      <a:accent1>
        <a:srgbClr val="5370C5"/>
      </a:accent1>
      <a:accent2>
        <a:srgbClr val="17B2D1"/>
      </a:accent2>
      <a:accent3>
        <a:srgbClr val="2978E7"/>
      </a:accent3>
      <a:accent4>
        <a:srgbClr val="7829E7"/>
      </a:accent4>
      <a:accent5>
        <a:srgbClr val="B517D5"/>
      </a:accent5>
      <a:accent6>
        <a:srgbClr val="E729B7"/>
      </a:accent6>
      <a:hlink>
        <a:srgbClr val="5370C5"/>
      </a:hlink>
      <a:folHlink>
        <a:srgbClr val="7F7F7F"/>
      </a:folHlink>
    </a:clrScheme>
    <a:fontScheme name="MS Surge Teach Light and Dark">
      <a:majorFont>
        <a:latin typeface="Calibri Light"/>
        <a:ea typeface=""/>
        <a:cs typeface=""/>
      </a:majorFont>
      <a:minorFont>
        <a:latin typeface="Calibri"/>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tf67543618_win32_fixed.potx" id="{ADAA76EA-DF5A-4461-9F55-FB2239CA5BEE}" vid="{736839AE-787B-453A-8CE5-01202B88CDE1}"/>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Override1.xml><?xml version="1.0" encoding="utf-8"?>
<a:themeOverride xmlns:a="http://schemas.openxmlformats.org/drawingml/2006/main">
  <a:clrScheme name="Custom 254">
    <a:dk1>
      <a:srgbClr val="000000"/>
    </a:dk1>
    <a:lt1>
      <a:srgbClr val="FFFFFF"/>
    </a:lt1>
    <a:dk2>
      <a:srgbClr val="242A41"/>
    </a:dk2>
    <a:lt2>
      <a:srgbClr val="E2E8E3"/>
    </a:lt2>
    <a:accent1>
      <a:srgbClr val="5370C5"/>
    </a:accent1>
    <a:accent2>
      <a:srgbClr val="17B2D1"/>
    </a:accent2>
    <a:accent3>
      <a:srgbClr val="2978E7"/>
    </a:accent3>
    <a:accent4>
      <a:srgbClr val="7829E7"/>
    </a:accent4>
    <a:accent5>
      <a:srgbClr val="B517D5"/>
    </a:accent5>
    <a:accent6>
      <a:srgbClr val="E729B7"/>
    </a:accent6>
    <a:hlink>
      <a:srgbClr val="5370C5"/>
    </a:hlink>
    <a:folHlink>
      <a:srgbClr val="7F7F7F"/>
    </a:folHlink>
  </a:clrScheme>
</a:themeOverride>
</file>

<file path=ppt/theme/themeOverride2.xml><?xml version="1.0" encoding="utf-8"?>
<a:themeOverride xmlns:a="http://schemas.openxmlformats.org/drawingml/2006/main">
  <a:clrScheme name="Custom 254">
    <a:dk1>
      <a:srgbClr val="000000"/>
    </a:dk1>
    <a:lt1>
      <a:srgbClr val="FFFFFF"/>
    </a:lt1>
    <a:dk2>
      <a:srgbClr val="242A41"/>
    </a:dk2>
    <a:lt2>
      <a:srgbClr val="E2E8E3"/>
    </a:lt2>
    <a:accent1>
      <a:srgbClr val="5370C5"/>
    </a:accent1>
    <a:accent2>
      <a:srgbClr val="17B2D1"/>
    </a:accent2>
    <a:accent3>
      <a:srgbClr val="2978E7"/>
    </a:accent3>
    <a:accent4>
      <a:srgbClr val="7829E7"/>
    </a:accent4>
    <a:accent5>
      <a:srgbClr val="B517D5"/>
    </a:accent5>
    <a:accent6>
      <a:srgbClr val="E729B7"/>
    </a:accent6>
    <a:hlink>
      <a:srgbClr val="5370C5"/>
    </a:hlink>
    <a:folHlink>
      <a:srgbClr val="7F7F7F"/>
    </a:folHlink>
  </a:clrScheme>
</a:themeOverride>
</file>

<file path=docProps/app.xml><?xml version="1.0" encoding="utf-8"?>
<Properties xmlns="http://schemas.openxmlformats.org/officeDocument/2006/extended-properties" xmlns:vt="http://schemas.openxmlformats.org/officeDocument/2006/docPropsVTypes">
  <Template>Corporate teach a course</Template>
  <TotalTime>0</TotalTime>
  <Words>440</Words>
  <Application>Microsoft Office PowerPoint</Application>
  <PresentationFormat>Widescreen</PresentationFormat>
  <Paragraphs>55</Paragraphs>
  <Slides>7</Slides>
  <Notes>0</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7</vt:i4>
      </vt:variant>
    </vt:vector>
  </HeadingPairs>
  <TitlesOfParts>
    <vt:vector size="12" baseType="lpstr">
      <vt:lpstr>Arial</vt:lpstr>
      <vt:lpstr>Calibri</vt:lpstr>
      <vt:lpstr>Calibri Light</vt:lpstr>
      <vt:lpstr>Wingdings</vt:lpstr>
      <vt:lpstr>Office Theme</vt:lpstr>
      <vt:lpstr>Teach a Course</vt:lpstr>
      <vt:lpstr>Course Outline</vt:lpstr>
      <vt:lpstr>Course Outline </vt:lpstr>
      <vt:lpstr>First Skill</vt:lpstr>
      <vt:lpstr>Second Skill</vt:lpstr>
      <vt:lpstr>Third Skill</vt:lpstr>
      <vt:lpstr>First Lesson Summary</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Vương Hoàng Duy</dc:creator>
  <cp:lastModifiedBy>Vương Hoàng Duy</cp:lastModifiedBy>
  <cp:revision>1</cp:revision>
  <dcterms:created xsi:type="dcterms:W3CDTF">2026-04-25T03:28:54Z</dcterms:created>
  <dcterms:modified xsi:type="dcterms:W3CDTF">2026-04-25T03:29:16Z</dcterms:modified>
</cp:coreProperties>
</file>