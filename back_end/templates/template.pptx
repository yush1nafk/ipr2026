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Override1.xml" ContentType="application/vnd.openxmlformats-officedocument.themeOverride+xml"/>
  <Override PartName="/ppt/theme/themeOverride2.xml" ContentType="application/vnd.openxmlformats-officedocument.themeOverride+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
  </p:notesMasterIdLst>
  <p:handoutMasterIdLst>
    <p:handoutMasterId r:id="rId10"/>
  </p:handoutMasterIdLst>
  <p:sldIdLst>
    <p:sldId id="256" r:id="rId2"/>
    <p:sldId id="257" r:id="rId3"/>
    <p:sldId id="259" r:id="rId4"/>
    <p:sldId id="260" r:id="rId5"/>
    <p:sldId id="261" r:id="rId6"/>
    <p:sldId id="262" r:id="rId7"/>
    <p:sldId id="263"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712" autoAdjust="0"/>
  </p:normalViewPr>
  <p:slideViewPr>
    <p:cSldViewPr snapToGrid="0">
      <p:cViewPr varScale="1">
        <p:scale>
          <a:sx n="117" d="100"/>
          <a:sy n="117" d="100"/>
        </p:scale>
        <p:origin x="294" y="102"/>
      </p:cViewPr>
      <p:guideLst/>
    </p:cSldViewPr>
  </p:slideViewPr>
  <p:notesTextViewPr>
    <p:cViewPr>
      <p:scale>
        <a:sx n="1" d="1"/>
        <a:sy n="1" d="1"/>
      </p:scale>
      <p:origin x="0" y="0"/>
    </p:cViewPr>
  </p:notesTextViewPr>
  <p:notesViewPr>
    <p:cSldViewPr snapToGrid="0" showGuides="1">
      <p:cViewPr varScale="1">
        <p:scale>
          <a:sx n="60" d="100"/>
          <a:sy n="60" d="100"/>
        </p:scale>
        <p:origin x="3187" y="43"/>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notesMaster" Target="notesMasters/notesMaster1.xml"/><Relationship Id="rId14" Type="http://schemas.openxmlformats.org/officeDocument/2006/relationships/tableStyles" Target="tableStyles.xml"/></Relationships>
</file>

<file path=ppt/diagrams/_rels/data1.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svg"/><Relationship Id="rId1" Type="http://schemas.openxmlformats.org/officeDocument/2006/relationships/image" Target="../media/image3.png"/><Relationship Id="rId6" Type="http://schemas.openxmlformats.org/officeDocument/2006/relationships/image" Target="../media/image8.svg"/><Relationship Id="rId5" Type="http://schemas.openxmlformats.org/officeDocument/2006/relationships/image" Target="../media/image7.png"/><Relationship Id="rId10" Type="http://schemas.openxmlformats.org/officeDocument/2006/relationships/image" Target="../media/image12.svg"/><Relationship Id="rId4" Type="http://schemas.openxmlformats.org/officeDocument/2006/relationships/image" Target="../media/image6.svg"/><Relationship Id="rId9" Type="http://schemas.openxmlformats.org/officeDocument/2006/relationships/image" Target="../media/image11.png"/></Relationships>
</file>

<file path=ppt/diagrams/_rels/drawing1.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svg"/><Relationship Id="rId1" Type="http://schemas.openxmlformats.org/officeDocument/2006/relationships/image" Target="../media/image3.png"/><Relationship Id="rId6" Type="http://schemas.openxmlformats.org/officeDocument/2006/relationships/image" Target="../media/image8.svg"/><Relationship Id="rId5" Type="http://schemas.openxmlformats.org/officeDocument/2006/relationships/image" Target="../media/image7.png"/><Relationship Id="rId10" Type="http://schemas.openxmlformats.org/officeDocument/2006/relationships/image" Target="../media/image12.svg"/><Relationship Id="rId4" Type="http://schemas.openxmlformats.org/officeDocument/2006/relationships/image" Target="../media/image6.svg"/><Relationship Id="rId9" Type="http://schemas.openxmlformats.org/officeDocument/2006/relationships/image" Target="../media/image11.png"/></Relationships>
</file>

<file path=ppt/diagrams/colors1.xml><?xml version="1.0" encoding="utf-8"?>
<dgm:colorsDef xmlns:dgm="http://schemas.openxmlformats.org/drawingml/2006/diagram" xmlns:a="http://schemas.openxmlformats.org/drawingml/2006/main" uniqueId="urn:microsoft.com/office/officeart/2018/5/colors/Iconchunking_neutralbg_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a:alpha val="0"/>
      </a:schemeClr>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data1.xml><?xml version="1.0" encoding="utf-8"?>
<dgm:dataModel xmlns:dgm="http://schemas.openxmlformats.org/drawingml/2006/diagram" xmlns:a="http://schemas.openxmlformats.org/drawingml/2006/main">
  <dgm:ptLst>
    <dgm:pt modelId="{162F69A6-0780-49EA-A6A8-3965C12489B2}" type="doc">
      <dgm:prSet loTypeId="urn:microsoft.com/office/officeart/2018/2/layout/IconVerticalSolidList" loCatId="icon" qsTypeId="urn:microsoft.com/office/officeart/2005/8/quickstyle/simple1" qsCatId="simple" csTypeId="urn:microsoft.com/office/officeart/2018/5/colors/Iconchunking_neutralbg_colorful5" csCatId="colorful" phldr="1"/>
      <dgm:spPr/>
      <dgm:t>
        <a:bodyPr/>
        <a:lstStyle/>
        <a:p>
          <a:endParaRPr lang="en-US"/>
        </a:p>
      </dgm:t>
    </dgm:pt>
    <dgm:pt modelId="{30269CC2-8DD6-4402-82F3-18F164A732FF}">
      <dgm:prSet/>
      <dgm:spPr/>
      <dgm:t>
        <a:bodyPr/>
        <a:lstStyle/>
        <a:p>
          <a:r>
            <a:rPr lang="en-US" dirty="0">
              <a:solidFill>
                <a:schemeClr val="bg1"/>
              </a:solidFill>
            </a:rPr>
            <a:t>Lesson 1</a:t>
          </a:r>
        </a:p>
      </dgm:t>
    </dgm:pt>
    <dgm:pt modelId="{4A8A3B18-A3DE-475C-8BF1-FB4B84DDA43B}" type="parTrans" cxnId="{813C1BD6-5A4A-43F4-8BF7-0645F72381AA}">
      <dgm:prSet/>
      <dgm:spPr/>
      <dgm:t>
        <a:bodyPr/>
        <a:lstStyle/>
        <a:p>
          <a:endParaRPr lang="en-US"/>
        </a:p>
      </dgm:t>
    </dgm:pt>
    <dgm:pt modelId="{2DAA2C1D-14F6-4BCA-B047-0B53ADD46F43}" type="sibTrans" cxnId="{813C1BD6-5A4A-43F4-8BF7-0645F72381AA}">
      <dgm:prSet/>
      <dgm:spPr/>
      <dgm:t>
        <a:bodyPr/>
        <a:lstStyle/>
        <a:p>
          <a:endParaRPr lang="en-US"/>
        </a:p>
      </dgm:t>
    </dgm:pt>
    <dgm:pt modelId="{2B87ECDB-C552-42F6-9B52-6548A18B206B}">
      <dgm:prSet/>
      <dgm:spPr/>
      <dgm:t>
        <a:bodyPr/>
        <a:lstStyle/>
        <a:p>
          <a:r>
            <a:rPr lang="en-US" dirty="0">
              <a:solidFill>
                <a:schemeClr val="bg1"/>
              </a:solidFill>
            </a:rPr>
            <a:t>Lesson 2</a:t>
          </a:r>
        </a:p>
      </dgm:t>
    </dgm:pt>
    <dgm:pt modelId="{0DC560D9-C62C-41BA-8D68-CB78933BFF0C}" type="parTrans" cxnId="{91AFA996-5E3B-401C-B400-E70DBD4A4AB6}">
      <dgm:prSet/>
      <dgm:spPr/>
      <dgm:t>
        <a:bodyPr/>
        <a:lstStyle/>
        <a:p>
          <a:endParaRPr lang="en-US"/>
        </a:p>
      </dgm:t>
    </dgm:pt>
    <dgm:pt modelId="{80EFB54F-1AC8-40D9-981D-4C85160A5799}" type="sibTrans" cxnId="{91AFA996-5E3B-401C-B400-E70DBD4A4AB6}">
      <dgm:prSet/>
      <dgm:spPr/>
      <dgm:t>
        <a:bodyPr/>
        <a:lstStyle/>
        <a:p>
          <a:endParaRPr lang="en-US"/>
        </a:p>
      </dgm:t>
    </dgm:pt>
    <dgm:pt modelId="{419DF63C-9792-4EF5-9125-1EEF4D07C33F}">
      <dgm:prSet/>
      <dgm:spPr/>
      <dgm:t>
        <a:bodyPr/>
        <a:lstStyle/>
        <a:p>
          <a:r>
            <a:rPr lang="en-US" dirty="0">
              <a:solidFill>
                <a:schemeClr val="bg1"/>
              </a:solidFill>
            </a:rPr>
            <a:t>Lesson 3</a:t>
          </a:r>
        </a:p>
      </dgm:t>
    </dgm:pt>
    <dgm:pt modelId="{2B95E8EF-82FE-4F54-970D-D55C9AD8EC00}" type="parTrans" cxnId="{024B121E-3EE5-42C9-97D1-5E0D27C29DC3}">
      <dgm:prSet/>
      <dgm:spPr/>
      <dgm:t>
        <a:bodyPr/>
        <a:lstStyle/>
        <a:p>
          <a:endParaRPr lang="en-US"/>
        </a:p>
      </dgm:t>
    </dgm:pt>
    <dgm:pt modelId="{EA8773AB-BB82-4BF6-944E-80CD2086CE93}" type="sibTrans" cxnId="{024B121E-3EE5-42C9-97D1-5E0D27C29DC3}">
      <dgm:prSet/>
      <dgm:spPr/>
      <dgm:t>
        <a:bodyPr/>
        <a:lstStyle/>
        <a:p>
          <a:endParaRPr lang="en-US"/>
        </a:p>
      </dgm:t>
    </dgm:pt>
    <dgm:pt modelId="{1B1E513F-BEB7-483A-8F12-A8210AEF19E9}">
      <dgm:prSet/>
      <dgm:spPr/>
      <dgm:t>
        <a:bodyPr/>
        <a:lstStyle/>
        <a:p>
          <a:r>
            <a:rPr lang="en-US" dirty="0">
              <a:solidFill>
                <a:schemeClr val="bg1"/>
              </a:solidFill>
            </a:rPr>
            <a:t>Lesson 4</a:t>
          </a:r>
        </a:p>
      </dgm:t>
    </dgm:pt>
    <dgm:pt modelId="{DB284026-3063-4705-B72C-ADE04469BE6D}" type="parTrans" cxnId="{9CD469EF-CF99-411A-B4B3-5B2C59AF684C}">
      <dgm:prSet/>
      <dgm:spPr/>
      <dgm:t>
        <a:bodyPr/>
        <a:lstStyle/>
        <a:p>
          <a:endParaRPr lang="en-US"/>
        </a:p>
      </dgm:t>
    </dgm:pt>
    <dgm:pt modelId="{D99C9B80-BA48-46B7-8B67-372E2AFD9E86}" type="sibTrans" cxnId="{9CD469EF-CF99-411A-B4B3-5B2C59AF684C}">
      <dgm:prSet/>
      <dgm:spPr/>
      <dgm:t>
        <a:bodyPr/>
        <a:lstStyle/>
        <a:p>
          <a:endParaRPr lang="en-US"/>
        </a:p>
      </dgm:t>
    </dgm:pt>
    <dgm:pt modelId="{F4A56385-3827-49D1-B533-953BA75136B7}">
      <dgm:prSet/>
      <dgm:spPr/>
      <dgm:t>
        <a:bodyPr/>
        <a:lstStyle/>
        <a:p>
          <a:r>
            <a:rPr lang="en-US" dirty="0">
              <a:solidFill>
                <a:schemeClr val="bg1"/>
              </a:solidFill>
            </a:rPr>
            <a:t>Lesson 5</a:t>
          </a:r>
        </a:p>
      </dgm:t>
    </dgm:pt>
    <dgm:pt modelId="{5C6E35C5-B6D6-42D4-9FF2-63E3FEC1E45F}" type="parTrans" cxnId="{D572C096-14C8-487B-ABCD-6354192B80BA}">
      <dgm:prSet/>
      <dgm:spPr/>
      <dgm:t>
        <a:bodyPr/>
        <a:lstStyle/>
        <a:p>
          <a:endParaRPr lang="en-US"/>
        </a:p>
      </dgm:t>
    </dgm:pt>
    <dgm:pt modelId="{E866DA3A-B427-429E-A892-4812B432ED79}" type="sibTrans" cxnId="{D572C096-14C8-487B-ABCD-6354192B80BA}">
      <dgm:prSet/>
      <dgm:spPr/>
      <dgm:t>
        <a:bodyPr/>
        <a:lstStyle/>
        <a:p>
          <a:endParaRPr lang="en-US"/>
        </a:p>
      </dgm:t>
    </dgm:pt>
    <dgm:pt modelId="{05261D3E-3CC7-4C85-9E09-D67FC777908C}" type="pres">
      <dgm:prSet presAssocID="{162F69A6-0780-49EA-A6A8-3965C12489B2}" presName="root" presStyleCnt="0">
        <dgm:presLayoutVars>
          <dgm:dir/>
          <dgm:resizeHandles val="exact"/>
        </dgm:presLayoutVars>
      </dgm:prSet>
      <dgm:spPr/>
    </dgm:pt>
    <dgm:pt modelId="{25C6FE9B-AED9-47D9-807F-76A517615FC1}" type="pres">
      <dgm:prSet presAssocID="{30269CC2-8DD6-4402-82F3-18F164A732FF}" presName="compNode" presStyleCnt="0"/>
      <dgm:spPr/>
    </dgm:pt>
    <dgm:pt modelId="{99698387-9DF3-4127-A7DE-FCE3F05A3470}" type="pres">
      <dgm:prSet presAssocID="{30269CC2-8DD6-4402-82F3-18F164A732FF}" presName="bgRect" presStyleLbl="bgShp" presStyleIdx="0" presStyleCnt="5"/>
      <dgm:spPr>
        <a:prstGeom prst="rect">
          <a:avLst/>
        </a:prstGeom>
        <a:gradFill rotWithShape="0">
          <a:gsLst>
            <a:gs pos="0">
              <a:schemeClr val="tx1">
                <a:lumMod val="75000"/>
                <a:lumOff val="25000"/>
              </a:schemeClr>
            </a:gs>
            <a:gs pos="15929">
              <a:schemeClr val="tx1">
                <a:lumMod val="85000"/>
                <a:lumOff val="15000"/>
              </a:schemeClr>
            </a:gs>
            <a:gs pos="97000">
              <a:schemeClr val="tx1">
                <a:lumMod val="85000"/>
                <a:lumOff val="15000"/>
              </a:schemeClr>
            </a:gs>
            <a:gs pos="100000">
              <a:schemeClr val="accent2">
                <a:lumMod val="75000"/>
              </a:schemeClr>
            </a:gs>
          </a:gsLst>
          <a:lin ang="10800000" scaled="0"/>
        </a:gradFill>
      </dgm:spPr>
    </dgm:pt>
    <dgm:pt modelId="{B52E1101-E263-4511-8D8F-5A215C912C41}" type="pres">
      <dgm:prSet presAssocID="{30269CC2-8DD6-4402-82F3-18F164A732FF}" presName="iconRect" presStyleLbl="node1" presStyleIdx="0" presStyleCnt="5"/>
      <dgm:spPr>
        <a:blipFill>
          <a:blip xmlns:r="http://schemas.openxmlformats.org/officeDocument/2006/relationships" r:embed="rId1"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Ferry"/>
        </a:ext>
      </dgm:extLst>
    </dgm:pt>
    <dgm:pt modelId="{18EFBBAF-BD9F-4030-B8A4-57CCEB350921}" type="pres">
      <dgm:prSet presAssocID="{30269CC2-8DD6-4402-82F3-18F164A732FF}" presName="spaceRect" presStyleCnt="0"/>
      <dgm:spPr/>
    </dgm:pt>
    <dgm:pt modelId="{F113ED77-1650-49A8-987A-A13C2A50CEA5}" type="pres">
      <dgm:prSet presAssocID="{30269CC2-8DD6-4402-82F3-18F164A732FF}" presName="parTx" presStyleLbl="revTx" presStyleIdx="0" presStyleCnt="5">
        <dgm:presLayoutVars>
          <dgm:chMax val="0"/>
          <dgm:chPref val="0"/>
        </dgm:presLayoutVars>
      </dgm:prSet>
      <dgm:spPr/>
    </dgm:pt>
    <dgm:pt modelId="{084D1940-F8FF-48AA-A0CA-908C7645C951}" type="pres">
      <dgm:prSet presAssocID="{2DAA2C1D-14F6-4BCA-B047-0B53ADD46F43}" presName="sibTrans" presStyleCnt="0"/>
      <dgm:spPr/>
    </dgm:pt>
    <dgm:pt modelId="{922A9066-91F0-4494-8CF8-01F8511B6028}" type="pres">
      <dgm:prSet presAssocID="{2B87ECDB-C552-42F6-9B52-6548A18B206B}" presName="compNode" presStyleCnt="0"/>
      <dgm:spPr/>
    </dgm:pt>
    <dgm:pt modelId="{FA3369E0-5B38-4FDD-A9F5-22B9810A03F7}" type="pres">
      <dgm:prSet presAssocID="{2B87ECDB-C552-42F6-9B52-6548A18B206B}" presName="bgRect" presStyleLbl="bgShp" presStyleIdx="1" presStyleCnt="5"/>
      <dgm:spPr>
        <a:xfrm>
          <a:off x="0" y="1249576"/>
          <a:ext cx="6791323" cy="995920"/>
        </a:xfrm>
        <a:prstGeom prst="rect">
          <a:avLst/>
        </a:prstGeom>
        <a:gradFill rotWithShape="0">
          <a:gsLst>
            <a:gs pos="0">
              <a:srgbClr val="000000">
                <a:lumMod val="75000"/>
                <a:lumOff val="25000"/>
              </a:srgbClr>
            </a:gs>
            <a:gs pos="15929">
              <a:srgbClr val="000000">
                <a:lumMod val="85000"/>
                <a:lumOff val="15000"/>
              </a:srgbClr>
            </a:gs>
            <a:gs pos="97000">
              <a:srgbClr val="000000">
                <a:lumMod val="85000"/>
                <a:lumOff val="15000"/>
              </a:srgbClr>
            </a:gs>
            <a:gs pos="100000">
              <a:srgbClr val="17B2D1">
                <a:lumMod val="75000"/>
              </a:srgbClr>
            </a:gs>
          </a:gsLst>
          <a:lin ang="10800000" scaled="0"/>
        </a:gradFill>
        <a:ln>
          <a:noFill/>
        </a:ln>
        <a:effectLst/>
      </dgm:spPr>
    </dgm:pt>
    <dgm:pt modelId="{FADE9C4E-BFE3-4374-BE2C-676ED238ACF2}" type="pres">
      <dgm:prSet presAssocID="{2B87ECDB-C552-42F6-9B52-6548A18B206B}" presName="iconRect" presStyleLbl="node1" presStyleIdx="1" presStyleCnt="5"/>
      <dgm:spPr>
        <a:blipFill>
          <a:blip xmlns:r="http://schemas.openxmlformats.org/officeDocument/2006/relationships"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Education"/>
        </a:ext>
      </dgm:extLst>
    </dgm:pt>
    <dgm:pt modelId="{7000F0F2-143F-4CAE-BA6B-E9C401E5437A}" type="pres">
      <dgm:prSet presAssocID="{2B87ECDB-C552-42F6-9B52-6548A18B206B}" presName="spaceRect" presStyleCnt="0"/>
      <dgm:spPr/>
    </dgm:pt>
    <dgm:pt modelId="{AC018808-9CEA-4C61-8875-3E922AA167D7}" type="pres">
      <dgm:prSet presAssocID="{2B87ECDB-C552-42F6-9B52-6548A18B206B}" presName="parTx" presStyleLbl="revTx" presStyleIdx="1" presStyleCnt="5">
        <dgm:presLayoutVars>
          <dgm:chMax val="0"/>
          <dgm:chPref val="0"/>
        </dgm:presLayoutVars>
      </dgm:prSet>
      <dgm:spPr/>
    </dgm:pt>
    <dgm:pt modelId="{CE46B6BD-FA9F-4C65-8E75-D8C24C71657B}" type="pres">
      <dgm:prSet presAssocID="{80EFB54F-1AC8-40D9-981D-4C85160A5799}" presName="sibTrans" presStyleCnt="0"/>
      <dgm:spPr/>
    </dgm:pt>
    <dgm:pt modelId="{B12160B6-4EC8-4B4D-A1B2-F7F5F2795F75}" type="pres">
      <dgm:prSet presAssocID="{419DF63C-9792-4EF5-9125-1EEF4D07C33F}" presName="compNode" presStyleCnt="0"/>
      <dgm:spPr/>
    </dgm:pt>
    <dgm:pt modelId="{DB8ABDAA-976A-4A84-A3C3-277080E19DCA}" type="pres">
      <dgm:prSet presAssocID="{419DF63C-9792-4EF5-9125-1EEF4D07C33F}" presName="bgRect" presStyleLbl="bgShp" presStyleIdx="2" presStyleCnt="5"/>
      <dgm:spPr>
        <a:xfrm>
          <a:off x="0" y="2494477"/>
          <a:ext cx="6791323" cy="995920"/>
        </a:xfrm>
        <a:prstGeom prst="rect">
          <a:avLst/>
        </a:prstGeom>
        <a:gradFill rotWithShape="0">
          <a:gsLst>
            <a:gs pos="0">
              <a:srgbClr val="000000">
                <a:lumMod val="75000"/>
                <a:lumOff val="25000"/>
              </a:srgbClr>
            </a:gs>
            <a:gs pos="15929">
              <a:srgbClr val="000000">
                <a:lumMod val="85000"/>
                <a:lumOff val="15000"/>
              </a:srgbClr>
            </a:gs>
            <a:gs pos="97000">
              <a:srgbClr val="000000">
                <a:lumMod val="85000"/>
                <a:lumOff val="15000"/>
              </a:srgbClr>
            </a:gs>
            <a:gs pos="100000">
              <a:srgbClr val="17B2D1">
                <a:lumMod val="75000"/>
              </a:srgbClr>
            </a:gs>
          </a:gsLst>
          <a:lin ang="10800000" scaled="0"/>
        </a:gradFill>
        <a:ln>
          <a:noFill/>
        </a:ln>
        <a:effectLst/>
      </dgm:spPr>
    </dgm:pt>
    <dgm:pt modelId="{D335376E-740A-4A47-BC5B-3381DE731CE0}" type="pres">
      <dgm:prSet presAssocID="{419DF63C-9792-4EF5-9125-1EEF4D07C33F}" presName="iconRect" presStyleLbl="node1" presStyleIdx="2" presStyleCnt="5"/>
      <dgm:spPr>
        <a:blipFill>
          <a:blip xmlns:r="http://schemas.openxmlformats.org/officeDocument/2006/relationships" r:embed="rId5" cstate="screen">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OpenEnrollment"/>
        </a:ext>
      </dgm:extLst>
    </dgm:pt>
    <dgm:pt modelId="{BCDE90E0-E45B-4C79-BE60-A53702208276}" type="pres">
      <dgm:prSet presAssocID="{419DF63C-9792-4EF5-9125-1EEF4D07C33F}" presName="spaceRect" presStyleCnt="0"/>
      <dgm:spPr/>
    </dgm:pt>
    <dgm:pt modelId="{8409F791-340A-4625-9294-3E680D66DB63}" type="pres">
      <dgm:prSet presAssocID="{419DF63C-9792-4EF5-9125-1EEF4D07C33F}" presName="parTx" presStyleLbl="revTx" presStyleIdx="2" presStyleCnt="5">
        <dgm:presLayoutVars>
          <dgm:chMax val="0"/>
          <dgm:chPref val="0"/>
        </dgm:presLayoutVars>
      </dgm:prSet>
      <dgm:spPr/>
    </dgm:pt>
    <dgm:pt modelId="{D4892BA4-47FA-499C-84FA-3A971E9AFE41}" type="pres">
      <dgm:prSet presAssocID="{EA8773AB-BB82-4BF6-944E-80CD2086CE93}" presName="sibTrans" presStyleCnt="0"/>
      <dgm:spPr/>
    </dgm:pt>
    <dgm:pt modelId="{390D1410-0CB7-44D5-903C-C35615DE86E1}" type="pres">
      <dgm:prSet presAssocID="{1B1E513F-BEB7-483A-8F12-A8210AEF19E9}" presName="compNode" presStyleCnt="0"/>
      <dgm:spPr/>
    </dgm:pt>
    <dgm:pt modelId="{C2FCE80A-DCA0-4D7F-8F72-19CB2337E588}" type="pres">
      <dgm:prSet presAssocID="{1B1E513F-BEB7-483A-8F12-A8210AEF19E9}" presName="bgRect" presStyleLbl="bgShp" presStyleIdx="3" presStyleCnt="5"/>
      <dgm:spPr>
        <a:xfrm>
          <a:off x="0" y="3739377"/>
          <a:ext cx="6791323" cy="995920"/>
        </a:xfrm>
        <a:prstGeom prst="rect">
          <a:avLst/>
        </a:prstGeom>
        <a:gradFill rotWithShape="0">
          <a:gsLst>
            <a:gs pos="0">
              <a:srgbClr val="000000">
                <a:lumMod val="75000"/>
                <a:lumOff val="25000"/>
              </a:srgbClr>
            </a:gs>
            <a:gs pos="15929">
              <a:srgbClr val="000000">
                <a:lumMod val="85000"/>
                <a:lumOff val="15000"/>
              </a:srgbClr>
            </a:gs>
            <a:gs pos="97000">
              <a:srgbClr val="000000">
                <a:lumMod val="85000"/>
                <a:lumOff val="15000"/>
              </a:srgbClr>
            </a:gs>
            <a:gs pos="100000">
              <a:srgbClr val="17B2D1">
                <a:lumMod val="75000"/>
              </a:srgbClr>
            </a:gs>
          </a:gsLst>
          <a:lin ang="10800000" scaled="0"/>
        </a:gradFill>
        <a:ln>
          <a:noFill/>
        </a:ln>
        <a:effectLst/>
      </dgm:spPr>
    </dgm:pt>
    <dgm:pt modelId="{1B0B9210-632F-4BB5-B140-1FA20D3CF123}" type="pres">
      <dgm:prSet presAssocID="{1B1E513F-BEB7-483A-8F12-A8210AEF19E9}" presName="iconRect" presStyleLbl="node1" presStyleIdx="3" presStyleCnt="5"/>
      <dgm:spPr>
        <a:blipFill>
          <a:blip xmlns:r="http://schemas.openxmlformats.org/officeDocument/2006/relationships" r:embed="rId7" cstate="screen">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FaxOutline"/>
        </a:ext>
      </dgm:extLst>
    </dgm:pt>
    <dgm:pt modelId="{E9B85894-F3EF-4216-9DD4-962DCF409217}" type="pres">
      <dgm:prSet presAssocID="{1B1E513F-BEB7-483A-8F12-A8210AEF19E9}" presName="spaceRect" presStyleCnt="0"/>
      <dgm:spPr/>
    </dgm:pt>
    <dgm:pt modelId="{3CBA7321-E2AC-48FD-B351-CE3C9A4CE924}" type="pres">
      <dgm:prSet presAssocID="{1B1E513F-BEB7-483A-8F12-A8210AEF19E9}" presName="parTx" presStyleLbl="revTx" presStyleIdx="3" presStyleCnt="5">
        <dgm:presLayoutVars>
          <dgm:chMax val="0"/>
          <dgm:chPref val="0"/>
        </dgm:presLayoutVars>
      </dgm:prSet>
      <dgm:spPr/>
    </dgm:pt>
    <dgm:pt modelId="{5E25F319-BBA5-4820-B2FC-14F8D56BF078}" type="pres">
      <dgm:prSet presAssocID="{D99C9B80-BA48-46B7-8B67-372E2AFD9E86}" presName="sibTrans" presStyleCnt="0"/>
      <dgm:spPr/>
    </dgm:pt>
    <dgm:pt modelId="{A9DA4473-F7AD-4D05-A89E-4317469C9CAC}" type="pres">
      <dgm:prSet presAssocID="{F4A56385-3827-49D1-B533-953BA75136B7}" presName="compNode" presStyleCnt="0"/>
      <dgm:spPr/>
    </dgm:pt>
    <dgm:pt modelId="{343A76ED-9DD6-4B0A-830E-16ED952B3D06}" type="pres">
      <dgm:prSet presAssocID="{F4A56385-3827-49D1-B533-953BA75136B7}" presName="bgRect" presStyleLbl="bgShp" presStyleIdx="4" presStyleCnt="5"/>
      <dgm:spPr>
        <a:xfrm>
          <a:off x="0" y="4984278"/>
          <a:ext cx="6791323" cy="995920"/>
        </a:xfrm>
        <a:prstGeom prst="rect">
          <a:avLst/>
        </a:prstGeom>
        <a:gradFill rotWithShape="0">
          <a:gsLst>
            <a:gs pos="0">
              <a:srgbClr val="000000">
                <a:lumMod val="75000"/>
                <a:lumOff val="25000"/>
              </a:srgbClr>
            </a:gs>
            <a:gs pos="15929">
              <a:srgbClr val="000000">
                <a:lumMod val="85000"/>
                <a:lumOff val="15000"/>
              </a:srgbClr>
            </a:gs>
            <a:gs pos="97000">
              <a:srgbClr val="000000">
                <a:lumMod val="85000"/>
                <a:lumOff val="15000"/>
              </a:srgbClr>
            </a:gs>
            <a:gs pos="100000">
              <a:srgbClr val="17B2D1">
                <a:lumMod val="75000"/>
              </a:srgbClr>
            </a:gs>
          </a:gsLst>
          <a:lin ang="10800000" scaled="0"/>
        </a:gradFill>
        <a:ln>
          <a:noFill/>
        </a:ln>
        <a:effectLst/>
      </dgm:spPr>
    </dgm:pt>
    <dgm:pt modelId="{C21BED67-1F13-4312-815B-B5C34DAA27F9}" type="pres">
      <dgm:prSet presAssocID="{F4A56385-3827-49D1-B533-953BA75136B7}" presName="iconRect" presStyleLbl="node1" presStyleIdx="4" presStyleCnt="5"/>
      <dgm:spPr>
        <a:blipFill>
          <a:blip xmlns:r="http://schemas.openxmlformats.org/officeDocument/2006/relationships" r:embed="rId9" cstate="screen">
            <a:extLst>
              <a:ext uri="{28A0092B-C50C-407E-A947-70E740481C1C}">
                <a14:useLocalDpi xmlns:a14="http://schemas.microsoft.com/office/drawing/2010/main"/>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Footer"/>
        </a:ext>
      </dgm:extLst>
    </dgm:pt>
    <dgm:pt modelId="{8854FDB6-04FD-4DEB-9AB6-DDB7E532A353}" type="pres">
      <dgm:prSet presAssocID="{F4A56385-3827-49D1-B533-953BA75136B7}" presName="spaceRect" presStyleCnt="0"/>
      <dgm:spPr/>
    </dgm:pt>
    <dgm:pt modelId="{9260EF14-C09B-4543-88B7-7F45704CBA36}" type="pres">
      <dgm:prSet presAssocID="{F4A56385-3827-49D1-B533-953BA75136B7}" presName="parTx" presStyleLbl="revTx" presStyleIdx="4" presStyleCnt="5">
        <dgm:presLayoutVars>
          <dgm:chMax val="0"/>
          <dgm:chPref val="0"/>
        </dgm:presLayoutVars>
      </dgm:prSet>
      <dgm:spPr/>
    </dgm:pt>
  </dgm:ptLst>
  <dgm:cxnLst>
    <dgm:cxn modelId="{024B121E-3EE5-42C9-97D1-5E0D27C29DC3}" srcId="{162F69A6-0780-49EA-A6A8-3965C12489B2}" destId="{419DF63C-9792-4EF5-9125-1EEF4D07C33F}" srcOrd="2" destOrd="0" parTransId="{2B95E8EF-82FE-4F54-970D-D55C9AD8EC00}" sibTransId="{EA8773AB-BB82-4BF6-944E-80CD2086CE93}"/>
    <dgm:cxn modelId="{D7E7903A-483E-4876-8C77-EEB10661B95B}" type="presOf" srcId="{1B1E513F-BEB7-483A-8F12-A8210AEF19E9}" destId="{3CBA7321-E2AC-48FD-B351-CE3C9A4CE924}" srcOrd="0" destOrd="0" presId="urn:microsoft.com/office/officeart/2018/2/layout/IconVerticalSolidList"/>
    <dgm:cxn modelId="{C9B7BD43-67DC-4CD4-86B0-92B8BFA59068}" type="presOf" srcId="{2B87ECDB-C552-42F6-9B52-6548A18B206B}" destId="{AC018808-9CEA-4C61-8875-3E922AA167D7}" srcOrd="0" destOrd="0" presId="urn:microsoft.com/office/officeart/2018/2/layout/IconVerticalSolidList"/>
    <dgm:cxn modelId="{92648A4D-7D0D-48F5-96E4-BF8EC541B3A9}" type="presOf" srcId="{419DF63C-9792-4EF5-9125-1EEF4D07C33F}" destId="{8409F791-340A-4625-9294-3E680D66DB63}" srcOrd="0" destOrd="0" presId="urn:microsoft.com/office/officeart/2018/2/layout/IconVerticalSolidList"/>
    <dgm:cxn modelId="{DF18896F-7F42-4500-8AD0-6181E8694E28}" type="presOf" srcId="{F4A56385-3827-49D1-B533-953BA75136B7}" destId="{9260EF14-C09B-4543-88B7-7F45704CBA36}" srcOrd="0" destOrd="0" presId="urn:microsoft.com/office/officeart/2018/2/layout/IconVerticalSolidList"/>
    <dgm:cxn modelId="{91AFA996-5E3B-401C-B400-E70DBD4A4AB6}" srcId="{162F69A6-0780-49EA-A6A8-3965C12489B2}" destId="{2B87ECDB-C552-42F6-9B52-6548A18B206B}" srcOrd="1" destOrd="0" parTransId="{0DC560D9-C62C-41BA-8D68-CB78933BFF0C}" sibTransId="{80EFB54F-1AC8-40D9-981D-4C85160A5799}"/>
    <dgm:cxn modelId="{D572C096-14C8-487B-ABCD-6354192B80BA}" srcId="{162F69A6-0780-49EA-A6A8-3965C12489B2}" destId="{F4A56385-3827-49D1-B533-953BA75136B7}" srcOrd="4" destOrd="0" parTransId="{5C6E35C5-B6D6-42D4-9FF2-63E3FEC1E45F}" sibTransId="{E866DA3A-B427-429E-A892-4812B432ED79}"/>
    <dgm:cxn modelId="{813C1BD6-5A4A-43F4-8BF7-0645F72381AA}" srcId="{162F69A6-0780-49EA-A6A8-3965C12489B2}" destId="{30269CC2-8DD6-4402-82F3-18F164A732FF}" srcOrd="0" destOrd="0" parTransId="{4A8A3B18-A3DE-475C-8BF1-FB4B84DDA43B}" sibTransId="{2DAA2C1D-14F6-4BCA-B047-0B53ADD46F43}"/>
    <dgm:cxn modelId="{7F77D1ED-2343-4635-9FDF-CF5C9D2B3315}" type="presOf" srcId="{162F69A6-0780-49EA-A6A8-3965C12489B2}" destId="{05261D3E-3CC7-4C85-9E09-D67FC777908C}" srcOrd="0" destOrd="0" presId="urn:microsoft.com/office/officeart/2018/2/layout/IconVerticalSolidList"/>
    <dgm:cxn modelId="{9CD469EF-CF99-411A-B4B3-5B2C59AF684C}" srcId="{162F69A6-0780-49EA-A6A8-3965C12489B2}" destId="{1B1E513F-BEB7-483A-8F12-A8210AEF19E9}" srcOrd="3" destOrd="0" parTransId="{DB284026-3063-4705-B72C-ADE04469BE6D}" sibTransId="{D99C9B80-BA48-46B7-8B67-372E2AFD9E86}"/>
    <dgm:cxn modelId="{175EB5FF-CD0E-4495-8FA8-F19D1233730A}" type="presOf" srcId="{30269CC2-8DD6-4402-82F3-18F164A732FF}" destId="{F113ED77-1650-49A8-987A-A13C2A50CEA5}" srcOrd="0" destOrd="0" presId="urn:microsoft.com/office/officeart/2018/2/layout/IconVerticalSolidList"/>
    <dgm:cxn modelId="{B6784D09-C55E-4568-A257-9A4C076E72A2}" type="presParOf" srcId="{05261D3E-3CC7-4C85-9E09-D67FC777908C}" destId="{25C6FE9B-AED9-47D9-807F-76A517615FC1}" srcOrd="0" destOrd="0" presId="urn:microsoft.com/office/officeart/2018/2/layout/IconVerticalSolidList"/>
    <dgm:cxn modelId="{918FF3CA-876D-40FA-841A-AB5A28A77ED2}" type="presParOf" srcId="{25C6FE9B-AED9-47D9-807F-76A517615FC1}" destId="{99698387-9DF3-4127-A7DE-FCE3F05A3470}" srcOrd="0" destOrd="0" presId="urn:microsoft.com/office/officeart/2018/2/layout/IconVerticalSolidList"/>
    <dgm:cxn modelId="{9E8C0B32-A7B3-460A-83CF-493652F6403A}" type="presParOf" srcId="{25C6FE9B-AED9-47D9-807F-76A517615FC1}" destId="{B52E1101-E263-4511-8D8F-5A215C912C41}" srcOrd="1" destOrd="0" presId="urn:microsoft.com/office/officeart/2018/2/layout/IconVerticalSolidList"/>
    <dgm:cxn modelId="{BF3562AE-51B6-4827-AC2A-02A6C7EE6F5E}" type="presParOf" srcId="{25C6FE9B-AED9-47D9-807F-76A517615FC1}" destId="{18EFBBAF-BD9F-4030-B8A4-57CCEB350921}" srcOrd="2" destOrd="0" presId="urn:microsoft.com/office/officeart/2018/2/layout/IconVerticalSolidList"/>
    <dgm:cxn modelId="{04E3ADEA-CCED-42DB-834F-C02041D4F81B}" type="presParOf" srcId="{25C6FE9B-AED9-47D9-807F-76A517615FC1}" destId="{F113ED77-1650-49A8-987A-A13C2A50CEA5}" srcOrd="3" destOrd="0" presId="urn:microsoft.com/office/officeart/2018/2/layout/IconVerticalSolidList"/>
    <dgm:cxn modelId="{F6438E6C-D016-4A64-9005-13CAA2685ADD}" type="presParOf" srcId="{05261D3E-3CC7-4C85-9E09-D67FC777908C}" destId="{084D1940-F8FF-48AA-A0CA-908C7645C951}" srcOrd="1" destOrd="0" presId="urn:microsoft.com/office/officeart/2018/2/layout/IconVerticalSolidList"/>
    <dgm:cxn modelId="{CEB88A46-381C-4FB3-B5C2-36F0205865FC}" type="presParOf" srcId="{05261D3E-3CC7-4C85-9E09-D67FC777908C}" destId="{922A9066-91F0-4494-8CF8-01F8511B6028}" srcOrd="2" destOrd="0" presId="urn:microsoft.com/office/officeart/2018/2/layout/IconVerticalSolidList"/>
    <dgm:cxn modelId="{D1B45BFC-BE7D-41A5-ACF1-DDC855C4E453}" type="presParOf" srcId="{922A9066-91F0-4494-8CF8-01F8511B6028}" destId="{FA3369E0-5B38-4FDD-A9F5-22B9810A03F7}" srcOrd="0" destOrd="0" presId="urn:microsoft.com/office/officeart/2018/2/layout/IconVerticalSolidList"/>
    <dgm:cxn modelId="{4643A976-3E27-4CAA-B7FC-B0B83CAF8B1F}" type="presParOf" srcId="{922A9066-91F0-4494-8CF8-01F8511B6028}" destId="{FADE9C4E-BFE3-4374-BE2C-676ED238ACF2}" srcOrd="1" destOrd="0" presId="urn:microsoft.com/office/officeart/2018/2/layout/IconVerticalSolidList"/>
    <dgm:cxn modelId="{D766C06F-7B8D-459C-9FB9-C58229C29760}" type="presParOf" srcId="{922A9066-91F0-4494-8CF8-01F8511B6028}" destId="{7000F0F2-143F-4CAE-BA6B-E9C401E5437A}" srcOrd="2" destOrd="0" presId="urn:microsoft.com/office/officeart/2018/2/layout/IconVerticalSolidList"/>
    <dgm:cxn modelId="{150742EF-413B-4B94-8C6E-7E0DC782FB81}" type="presParOf" srcId="{922A9066-91F0-4494-8CF8-01F8511B6028}" destId="{AC018808-9CEA-4C61-8875-3E922AA167D7}" srcOrd="3" destOrd="0" presId="urn:microsoft.com/office/officeart/2018/2/layout/IconVerticalSolidList"/>
    <dgm:cxn modelId="{8C73B2A2-55AA-4BE8-A101-760B33AD8140}" type="presParOf" srcId="{05261D3E-3CC7-4C85-9E09-D67FC777908C}" destId="{CE46B6BD-FA9F-4C65-8E75-D8C24C71657B}" srcOrd="3" destOrd="0" presId="urn:microsoft.com/office/officeart/2018/2/layout/IconVerticalSolidList"/>
    <dgm:cxn modelId="{18BE3019-0E90-4C32-A988-157009864AD2}" type="presParOf" srcId="{05261D3E-3CC7-4C85-9E09-D67FC777908C}" destId="{B12160B6-4EC8-4B4D-A1B2-F7F5F2795F75}" srcOrd="4" destOrd="0" presId="urn:microsoft.com/office/officeart/2018/2/layout/IconVerticalSolidList"/>
    <dgm:cxn modelId="{2EEC68C7-29BF-4C02-91C1-17C5C78737B5}" type="presParOf" srcId="{B12160B6-4EC8-4B4D-A1B2-F7F5F2795F75}" destId="{DB8ABDAA-976A-4A84-A3C3-277080E19DCA}" srcOrd="0" destOrd="0" presId="urn:microsoft.com/office/officeart/2018/2/layout/IconVerticalSolidList"/>
    <dgm:cxn modelId="{F1D89C2A-76D1-4569-963D-1C92D0A16E1C}" type="presParOf" srcId="{B12160B6-4EC8-4B4D-A1B2-F7F5F2795F75}" destId="{D335376E-740A-4A47-BC5B-3381DE731CE0}" srcOrd="1" destOrd="0" presId="urn:microsoft.com/office/officeart/2018/2/layout/IconVerticalSolidList"/>
    <dgm:cxn modelId="{4E76AE4D-E418-463B-994D-6DDD4BE738C0}" type="presParOf" srcId="{B12160B6-4EC8-4B4D-A1B2-F7F5F2795F75}" destId="{BCDE90E0-E45B-4C79-BE60-A53702208276}" srcOrd="2" destOrd="0" presId="urn:microsoft.com/office/officeart/2018/2/layout/IconVerticalSolidList"/>
    <dgm:cxn modelId="{A3104C94-C425-4DC0-8A01-7FDFF0F35AAA}" type="presParOf" srcId="{B12160B6-4EC8-4B4D-A1B2-F7F5F2795F75}" destId="{8409F791-340A-4625-9294-3E680D66DB63}" srcOrd="3" destOrd="0" presId="urn:microsoft.com/office/officeart/2018/2/layout/IconVerticalSolidList"/>
    <dgm:cxn modelId="{605473B3-8AA5-4EE0-BFBA-3AB749038A35}" type="presParOf" srcId="{05261D3E-3CC7-4C85-9E09-D67FC777908C}" destId="{D4892BA4-47FA-499C-84FA-3A971E9AFE41}" srcOrd="5" destOrd="0" presId="urn:microsoft.com/office/officeart/2018/2/layout/IconVerticalSolidList"/>
    <dgm:cxn modelId="{CC9F31C5-774B-4FC3-9646-7E0EFDB54727}" type="presParOf" srcId="{05261D3E-3CC7-4C85-9E09-D67FC777908C}" destId="{390D1410-0CB7-44D5-903C-C35615DE86E1}" srcOrd="6" destOrd="0" presId="urn:microsoft.com/office/officeart/2018/2/layout/IconVerticalSolidList"/>
    <dgm:cxn modelId="{34A9E1BF-6D83-4701-9E7B-CBCD8074AEAA}" type="presParOf" srcId="{390D1410-0CB7-44D5-903C-C35615DE86E1}" destId="{C2FCE80A-DCA0-4D7F-8F72-19CB2337E588}" srcOrd="0" destOrd="0" presId="urn:microsoft.com/office/officeart/2018/2/layout/IconVerticalSolidList"/>
    <dgm:cxn modelId="{2682A58B-536A-49D1-A507-E48E245F1609}" type="presParOf" srcId="{390D1410-0CB7-44D5-903C-C35615DE86E1}" destId="{1B0B9210-632F-4BB5-B140-1FA20D3CF123}" srcOrd="1" destOrd="0" presId="urn:microsoft.com/office/officeart/2018/2/layout/IconVerticalSolidList"/>
    <dgm:cxn modelId="{59D669F7-8B16-4888-95F6-5986C0AFE631}" type="presParOf" srcId="{390D1410-0CB7-44D5-903C-C35615DE86E1}" destId="{E9B85894-F3EF-4216-9DD4-962DCF409217}" srcOrd="2" destOrd="0" presId="urn:microsoft.com/office/officeart/2018/2/layout/IconVerticalSolidList"/>
    <dgm:cxn modelId="{BD8D7B70-D5A5-475A-9EAE-2DF74A65E7A7}" type="presParOf" srcId="{390D1410-0CB7-44D5-903C-C35615DE86E1}" destId="{3CBA7321-E2AC-48FD-B351-CE3C9A4CE924}" srcOrd="3" destOrd="0" presId="urn:microsoft.com/office/officeart/2018/2/layout/IconVerticalSolidList"/>
    <dgm:cxn modelId="{A54D5403-F787-4964-8489-63C75BE2EFB6}" type="presParOf" srcId="{05261D3E-3CC7-4C85-9E09-D67FC777908C}" destId="{5E25F319-BBA5-4820-B2FC-14F8D56BF078}" srcOrd="7" destOrd="0" presId="urn:microsoft.com/office/officeart/2018/2/layout/IconVerticalSolidList"/>
    <dgm:cxn modelId="{B5AAF852-AE2E-40BE-BC22-1382A2AD5A44}" type="presParOf" srcId="{05261D3E-3CC7-4C85-9E09-D67FC777908C}" destId="{A9DA4473-F7AD-4D05-A89E-4317469C9CAC}" srcOrd="8" destOrd="0" presId="urn:microsoft.com/office/officeart/2018/2/layout/IconVerticalSolidList"/>
    <dgm:cxn modelId="{80161854-1670-4BD7-9912-A0DFE5201001}" type="presParOf" srcId="{A9DA4473-F7AD-4D05-A89E-4317469C9CAC}" destId="{343A76ED-9DD6-4B0A-830E-16ED952B3D06}" srcOrd="0" destOrd="0" presId="urn:microsoft.com/office/officeart/2018/2/layout/IconVerticalSolidList"/>
    <dgm:cxn modelId="{17AEC66B-BBFF-4EF5-B894-6B5A992F362F}" type="presParOf" srcId="{A9DA4473-F7AD-4D05-A89E-4317469C9CAC}" destId="{C21BED67-1F13-4312-815B-B5C34DAA27F9}" srcOrd="1" destOrd="0" presId="urn:microsoft.com/office/officeart/2018/2/layout/IconVerticalSolidList"/>
    <dgm:cxn modelId="{D35FF1B4-6B78-4ECE-976F-17DFD749DB9F}" type="presParOf" srcId="{A9DA4473-F7AD-4D05-A89E-4317469C9CAC}" destId="{8854FDB6-04FD-4DEB-9AB6-DDB7E532A353}" srcOrd="2" destOrd="0" presId="urn:microsoft.com/office/officeart/2018/2/layout/IconVerticalSolidList"/>
    <dgm:cxn modelId="{00C148E5-B634-4CBF-973D-0F5A3C5E09C8}" type="presParOf" srcId="{A9DA4473-F7AD-4D05-A89E-4317469C9CAC}" destId="{9260EF14-C09B-4543-88B7-7F45704CBA36}"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192402E-D48E-4A20-9102-455829196172}"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US"/>
        </a:p>
      </dgm:t>
    </dgm:pt>
    <dgm:pt modelId="{7A49DF98-867D-48FD-8C6A-11619CC54E26}">
      <dgm:prSet custT="1"/>
      <dgm:spPr>
        <a:solidFill>
          <a:schemeClr val="accent2"/>
        </a:solidFill>
        <a:ln>
          <a:noFill/>
        </a:ln>
      </dgm:spPr>
      <dgm:t>
        <a:bodyPr/>
        <a:lstStyle/>
        <a:p>
          <a:r>
            <a:rPr lang="en-ZA" sz="2800" dirty="0">
              <a:solidFill>
                <a:schemeClr val="tx1"/>
              </a:solidFill>
            </a:rPr>
            <a:t>We will cover these skills</a:t>
          </a:r>
          <a:endParaRPr lang="en-US" sz="2800" dirty="0">
            <a:solidFill>
              <a:schemeClr val="tx1"/>
            </a:solidFill>
          </a:endParaRPr>
        </a:p>
      </dgm:t>
    </dgm:pt>
    <dgm:pt modelId="{68E16295-5968-427D-8FEC-140904115879}" type="parTrans" cxnId="{1514D9C3-0364-4D35-B599-B493CBB9F80D}">
      <dgm:prSet/>
      <dgm:spPr/>
      <dgm:t>
        <a:bodyPr/>
        <a:lstStyle/>
        <a:p>
          <a:endParaRPr lang="en-US" sz="2800"/>
        </a:p>
      </dgm:t>
    </dgm:pt>
    <dgm:pt modelId="{C8FD5B74-EA17-4780-8EAB-5CC8C9F831ED}" type="sibTrans" cxnId="{1514D9C3-0364-4D35-B599-B493CBB9F80D}">
      <dgm:prSet/>
      <dgm:spPr/>
      <dgm:t>
        <a:bodyPr/>
        <a:lstStyle/>
        <a:p>
          <a:endParaRPr lang="en-US" sz="2800"/>
        </a:p>
      </dgm:t>
    </dgm:pt>
    <dgm:pt modelId="{5395F473-4B00-496B-B453-6451BF799B09}">
      <dgm:prSet custT="1"/>
      <dgm:spPr>
        <a:noFill/>
        <a:ln>
          <a:noFill/>
        </a:ln>
      </dgm:spPr>
      <dgm:t>
        <a:bodyPr/>
        <a:lstStyle/>
        <a:p>
          <a:pPr>
            <a:buClr>
              <a:schemeClr val="accent2"/>
            </a:buClr>
            <a:buFont typeface="Wingdings" panose="05000000000000000000" pitchFamily="2" charset="2"/>
            <a:buChar char="§"/>
          </a:pPr>
          <a:r>
            <a:rPr lang="en-ZA" sz="2800" dirty="0">
              <a:solidFill>
                <a:schemeClr val="bg1"/>
              </a:solidFill>
            </a:rPr>
            <a:t>First skill</a:t>
          </a:r>
          <a:endParaRPr lang="en-US" sz="2800" dirty="0">
            <a:solidFill>
              <a:schemeClr val="bg1"/>
            </a:solidFill>
          </a:endParaRPr>
        </a:p>
      </dgm:t>
    </dgm:pt>
    <dgm:pt modelId="{9C1152B7-4D34-4CA0-9DDC-F21FD4AEAD28}" type="parTrans" cxnId="{5982C12B-3881-4E5F-910B-CA265FD5E102}">
      <dgm:prSet/>
      <dgm:spPr/>
      <dgm:t>
        <a:bodyPr/>
        <a:lstStyle/>
        <a:p>
          <a:endParaRPr lang="en-US" sz="2800"/>
        </a:p>
      </dgm:t>
    </dgm:pt>
    <dgm:pt modelId="{169C7AF9-916F-47C4-A9C3-3ACADEA4D272}" type="sibTrans" cxnId="{5982C12B-3881-4E5F-910B-CA265FD5E102}">
      <dgm:prSet/>
      <dgm:spPr/>
      <dgm:t>
        <a:bodyPr/>
        <a:lstStyle/>
        <a:p>
          <a:endParaRPr lang="en-US" sz="2800"/>
        </a:p>
      </dgm:t>
    </dgm:pt>
    <dgm:pt modelId="{ED7BFBCA-85AB-470A-B757-1414C645E6DE}">
      <dgm:prSet custT="1"/>
      <dgm:spPr>
        <a:noFill/>
        <a:ln>
          <a:noFill/>
        </a:ln>
      </dgm:spPr>
      <dgm:t>
        <a:bodyPr/>
        <a:lstStyle/>
        <a:p>
          <a:pPr>
            <a:buClr>
              <a:schemeClr val="accent2"/>
            </a:buClr>
            <a:buFont typeface="Wingdings" panose="05000000000000000000" pitchFamily="2" charset="2"/>
            <a:buChar char="§"/>
          </a:pPr>
          <a:r>
            <a:rPr lang="en-ZA" sz="2800" dirty="0">
              <a:solidFill>
                <a:schemeClr val="bg1"/>
              </a:solidFill>
            </a:rPr>
            <a:t>Second skill</a:t>
          </a:r>
          <a:endParaRPr lang="en-US" sz="2800" dirty="0">
            <a:solidFill>
              <a:schemeClr val="bg1"/>
            </a:solidFill>
          </a:endParaRPr>
        </a:p>
      </dgm:t>
    </dgm:pt>
    <dgm:pt modelId="{B49CC6F4-1BCE-47E4-B510-CFFABFF8574B}" type="parTrans" cxnId="{CADA49E7-D7E4-4B04-9DDF-B5A55F3314AF}">
      <dgm:prSet/>
      <dgm:spPr/>
      <dgm:t>
        <a:bodyPr/>
        <a:lstStyle/>
        <a:p>
          <a:endParaRPr lang="en-US" sz="2800"/>
        </a:p>
      </dgm:t>
    </dgm:pt>
    <dgm:pt modelId="{C0C02030-8E95-4FBF-B65E-3B9A5576FA0F}" type="sibTrans" cxnId="{CADA49E7-D7E4-4B04-9DDF-B5A55F3314AF}">
      <dgm:prSet/>
      <dgm:spPr/>
      <dgm:t>
        <a:bodyPr/>
        <a:lstStyle/>
        <a:p>
          <a:endParaRPr lang="en-US" sz="2800"/>
        </a:p>
      </dgm:t>
    </dgm:pt>
    <dgm:pt modelId="{2904A716-59B7-4104-AC29-2F533F57D625}">
      <dgm:prSet custT="1"/>
      <dgm:spPr>
        <a:noFill/>
        <a:ln>
          <a:noFill/>
        </a:ln>
      </dgm:spPr>
      <dgm:t>
        <a:bodyPr/>
        <a:lstStyle/>
        <a:p>
          <a:pPr>
            <a:buClr>
              <a:schemeClr val="accent2"/>
            </a:buClr>
            <a:buFont typeface="Wingdings" panose="05000000000000000000" pitchFamily="2" charset="2"/>
            <a:buChar char="§"/>
          </a:pPr>
          <a:r>
            <a:rPr lang="en-ZA" sz="2800" dirty="0">
              <a:solidFill>
                <a:schemeClr val="bg1"/>
              </a:solidFill>
            </a:rPr>
            <a:t>Third skill</a:t>
          </a:r>
          <a:endParaRPr lang="en-US" sz="2800" dirty="0">
            <a:solidFill>
              <a:schemeClr val="bg1"/>
            </a:solidFill>
          </a:endParaRPr>
        </a:p>
      </dgm:t>
    </dgm:pt>
    <dgm:pt modelId="{9B32CB96-1CE6-4CA6-98D9-C2203F6FCB19}" type="parTrans" cxnId="{769AC2E0-480D-41AB-BE4C-F01603F65A64}">
      <dgm:prSet/>
      <dgm:spPr/>
      <dgm:t>
        <a:bodyPr/>
        <a:lstStyle/>
        <a:p>
          <a:endParaRPr lang="en-US" sz="2800"/>
        </a:p>
      </dgm:t>
    </dgm:pt>
    <dgm:pt modelId="{14A70495-26CC-4CC9-BF87-1FC52EE50B35}" type="sibTrans" cxnId="{769AC2E0-480D-41AB-BE4C-F01603F65A64}">
      <dgm:prSet/>
      <dgm:spPr/>
      <dgm:t>
        <a:bodyPr/>
        <a:lstStyle/>
        <a:p>
          <a:endParaRPr lang="en-US" sz="2800"/>
        </a:p>
      </dgm:t>
    </dgm:pt>
    <dgm:pt modelId="{48838873-4431-4954-9171-1238775AC576}" type="pres">
      <dgm:prSet presAssocID="{B192402E-D48E-4A20-9102-455829196172}" presName="linear" presStyleCnt="0">
        <dgm:presLayoutVars>
          <dgm:dir/>
          <dgm:animLvl val="lvl"/>
          <dgm:resizeHandles val="exact"/>
        </dgm:presLayoutVars>
      </dgm:prSet>
      <dgm:spPr/>
    </dgm:pt>
    <dgm:pt modelId="{ADA60600-5F4A-49C6-91D8-2B4F4EF7F0C5}" type="pres">
      <dgm:prSet presAssocID="{7A49DF98-867D-48FD-8C6A-11619CC54E26}" presName="parentLin" presStyleCnt="0"/>
      <dgm:spPr/>
    </dgm:pt>
    <dgm:pt modelId="{47D332B7-C90F-4055-8376-68DED81340C7}" type="pres">
      <dgm:prSet presAssocID="{7A49DF98-867D-48FD-8C6A-11619CC54E26}" presName="parentLeftMargin" presStyleLbl="node1" presStyleIdx="0" presStyleCnt="1"/>
      <dgm:spPr/>
    </dgm:pt>
    <dgm:pt modelId="{8EFCDC49-2431-44A7-9E88-01190BAF5B19}" type="pres">
      <dgm:prSet presAssocID="{7A49DF98-867D-48FD-8C6A-11619CC54E26}" presName="parentText" presStyleLbl="node1" presStyleIdx="0" presStyleCnt="1" custScaleY="33480">
        <dgm:presLayoutVars>
          <dgm:chMax val="0"/>
          <dgm:bulletEnabled val="1"/>
        </dgm:presLayoutVars>
      </dgm:prSet>
      <dgm:spPr>
        <a:prstGeom prst="rect">
          <a:avLst/>
        </a:prstGeom>
      </dgm:spPr>
    </dgm:pt>
    <dgm:pt modelId="{F95C0667-9363-47DF-A653-E9673BF14A41}" type="pres">
      <dgm:prSet presAssocID="{7A49DF98-867D-48FD-8C6A-11619CC54E26}" presName="negativeSpace" presStyleCnt="0"/>
      <dgm:spPr/>
    </dgm:pt>
    <dgm:pt modelId="{A7174219-EC9E-4267-A04D-B18EE847387A}" type="pres">
      <dgm:prSet presAssocID="{7A49DF98-867D-48FD-8C6A-11619CC54E26}" presName="childText" presStyleLbl="conFgAcc1" presStyleIdx="0" presStyleCnt="1">
        <dgm:presLayoutVars>
          <dgm:bulletEnabled val="1"/>
        </dgm:presLayoutVars>
      </dgm:prSet>
      <dgm:spPr/>
    </dgm:pt>
  </dgm:ptLst>
  <dgm:cxnLst>
    <dgm:cxn modelId="{260CC718-1C19-4A58-B25E-4613464E2BCD}" type="presOf" srcId="{B192402E-D48E-4A20-9102-455829196172}" destId="{48838873-4431-4954-9171-1238775AC576}" srcOrd="0" destOrd="0" presId="urn:microsoft.com/office/officeart/2005/8/layout/list1"/>
    <dgm:cxn modelId="{5982C12B-3881-4E5F-910B-CA265FD5E102}" srcId="{7A49DF98-867D-48FD-8C6A-11619CC54E26}" destId="{5395F473-4B00-496B-B453-6451BF799B09}" srcOrd="0" destOrd="0" parTransId="{9C1152B7-4D34-4CA0-9DDC-F21FD4AEAD28}" sibTransId="{169C7AF9-916F-47C4-A9C3-3ACADEA4D272}"/>
    <dgm:cxn modelId="{323B659E-DBBB-459D-BAA9-704ADD5267A5}" type="presOf" srcId="{7A49DF98-867D-48FD-8C6A-11619CC54E26}" destId="{8EFCDC49-2431-44A7-9E88-01190BAF5B19}" srcOrd="1" destOrd="0" presId="urn:microsoft.com/office/officeart/2005/8/layout/list1"/>
    <dgm:cxn modelId="{90F473B2-165C-42F0-BB66-183652D2B743}" type="presOf" srcId="{5395F473-4B00-496B-B453-6451BF799B09}" destId="{A7174219-EC9E-4267-A04D-B18EE847387A}" srcOrd="0" destOrd="0" presId="urn:microsoft.com/office/officeart/2005/8/layout/list1"/>
    <dgm:cxn modelId="{1514D9C3-0364-4D35-B599-B493CBB9F80D}" srcId="{B192402E-D48E-4A20-9102-455829196172}" destId="{7A49DF98-867D-48FD-8C6A-11619CC54E26}" srcOrd="0" destOrd="0" parTransId="{68E16295-5968-427D-8FEC-140904115879}" sibTransId="{C8FD5B74-EA17-4780-8EAB-5CC8C9F831ED}"/>
    <dgm:cxn modelId="{1EC855D4-9949-4C99-AE73-64CD4259AB6C}" type="presOf" srcId="{2904A716-59B7-4104-AC29-2F533F57D625}" destId="{A7174219-EC9E-4267-A04D-B18EE847387A}" srcOrd="0" destOrd="2" presId="urn:microsoft.com/office/officeart/2005/8/layout/list1"/>
    <dgm:cxn modelId="{769AC2E0-480D-41AB-BE4C-F01603F65A64}" srcId="{7A49DF98-867D-48FD-8C6A-11619CC54E26}" destId="{2904A716-59B7-4104-AC29-2F533F57D625}" srcOrd="2" destOrd="0" parTransId="{9B32CB96-1CE6-4CA6-98D9-C2203F6FCB19}" sibTransId="{14A70495-26CC-4CC9-BF87-1FC52EE50B35}"/>
    <dgm:cxn modelId="{DF88DBE6-53D6-489E-9FE7-EDD2A1456E39}" type="presOf" srcId="{ED7BFBCA-85AB-470A-B757-1414C645E6DE}" destId="{A7174219-EC9E-4267-A04D-B18EE847387A}" srcOrd="0" destOrd="1" presId="urn:microsoft.com/office/officeart/2005/8/layout/list1"/>
    <dgm:cxn modelId="{CADA49E7-D7E4-4B04-9DDF-B5A55F3314AF}" srcId="{7A49DF98-867D-48FD-8C6A-11619CC54E26}" destId="{ED7BFBCA-85AB-470A-B757-1414C645E6DE}" srcOrd="1" destOrd="0" parTransId="{B49CC6F4-1BCE-47E4-B510-CFFABFF8574B}" sibTransId="{C0C02030-8E95-4FBF-B65E-3B9A5576FA0F}"/>
    <dgm:cxn modelId="{50E4AAED-ECDC-4575-BA45-A3C06AC70654}" type="presOf" srcId="{7A49DF98-867D-48FD-8C6A-11619CC54E26}" destId="{47D332B7-C90F-4055-8376-68DED81340C7}" srcOrd="0" destOrd="0" presId="urn:microsoft.com/office/officeart/2005/8/layout/list1"/>
    <dgm:cxn modelId="{D78A3A74-3735-46A5-AE53-D5DBFCE60B3C}" type="presParOf" srcId="{48838873-4431-4954-9171-1238775AC576}" destId="{ADA60600-5F4A-49C6-91D8-2B4F4EF7F0C5}" srcOrd="0" destOrd="0" presId="urn:microsoft.com/office/officeart/2005/8/layout/list1"/>
    <dgm:cxn modelId="{0BA1AE4E-38D2-4A37-B0B8-E3322BED4927}" type="presParOf" srcId="{ADA60600-5F4A-49C6-91D8-2B4F4EF7F0C5}" destId="{47D332B7-C90F-4055-8376-68DED81340C7}" srcOrd="0" destOrd="0" presId="urn:microsoft.com/office/officeart/2005/8/layout/list1"/>
    <dgm:cxn modelId="{D5C3BD72-4785-4C45-A8D6-1E2106C5A127}" type="presParOf" srcId="{ADA60600-5F4A-49C6-91D8-2B4F4EF7F0C5}" destId="{8EFCDC49-2431-44A7-9E88-01190BAF5B19}" srcOrd="1" destOrd="0" presId="urn:microsoft.com/office/officeart/2005/8/layout/list1"/>
    <dgm:cxn modelId="{0EF623F6-C99C-4198-8F44-98A4197C3E57}" type="presParOf" srcId="{48838873-4431-4954-9171-1238775AC576}" destId="{F95C0667-9363-47DF-A653-E9673BF14A41}" srcOrd="1" destOrd="0" presId="urn:microsoft.com/office/officeart/2005/8/layout/list1"/>
    <dgm:cxn modelId="{FC6441F3-3646-434B-8813-D41E2442279A}" type="presParOf" srcId="{48838873-4431-4954-9171-1238775AC576}" destId="{A7174219-EC9E-4267-A04D-B18EE847387A}" srcOrd="2" destOrd="0" presId="urn:microsoft.com/office/officeart/2005/8/layout/list1"/>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BB0ECF89-2783-4E78-A209-A16EF114A1AA}" type="doc">
      <dgm:prSet loTypeId="urn:microsoft.com/office/officeart/2016/7/layout/LinProcess3" loCatId="list" qsTypeId="urn:microsoft.com/office/officeart/2005/8/quickstyle/simple1" qsCatId="simple" csTypeId="urn:microsoft.com/office/officeart/2018/5/colors/Iconchunking_neutralicontext_colorful1" csCatId="colorful" phldr="1"/>
      <dgm:spPr/>
      <dgm:t>
        <a:bodyPr/>
        <a:lstStyle/>
        <a:p>
          <a:endParaRPr lang="en-US"/>
        </a:p>
      </dgm:t>
    </dgm:pt>
    <dgm:pt modelId="{FFB58190-E438-47AF-86F3-FAEC2813ACF1}">
      <dgm:prSet custT="1"/>
      <dgm:spPr>
        <a:gradFill rotWithShape="0">
          <a:gsLst>
            <a:gs pos="1000">
              <a:schemeClr val="tx1">
                <a:lumMod val="85000"/>
                <a:lumOff val="15000"/>
              </a:schemeClr>
            </a:gs>
            <a:gs pos="100000">
              <a:schemeClr val="accent2">
                <a:lumMod val="50000"/>
              </a:schemeClr>
            </a:gs>
          </a:gsLst>
          <a:lin ang="12600000" scaled="0"/>
        </a:gradFill>
        <a:ln>
          <a:noFill/>
        </a:ln>
      </dgm:spPr>
      <dgm:t>
        <a:bodyPr/>
        <a:lstStyle/>
        <a:p>
          <a:r>
            <a:rPr lang="en-US" sz="2000" dirty="0">
              <a:solidFill>
                <a:schemeClr val="bg1"/>
              </a:solidFill>
            </a:rPr>
            <a:t>Map. </a:t>
          </a:r>
          <a:br>
            <a:rPr lang="en-US" sz="1600" dirty="0">
              <a:solidFill>
                <a:schemeClr val="bg1"/>
              </a:solidFill>
            </a:rPr>
          </a:br>
          <a:r>
            <a:rPr lang="en-US" sz="1600" dirty="0">
              <a:solidFill>
                <a:schemeClr val="bg1"/>
              </a:solidFill>
            </a:rPr>
            <a:t>Lorem ipsum </a:t>
          </a:r>
          <a:r>
            <a:rPr lang="en-US" sz="1600" noProof="1">
              <a:solidFill>
                <a:schemeClr val="bg1"/>
              </a:solidFill>
            </a:rPr>
            <a:t>dolor sit amet, consectetur adipiscing elit. Etiam aliquet eu mi quis lacinia. Ut fermentum a magna ut eleifend. Integer convallis suscipit ante eu varius. </a:t>
          </a:r>
        </a:p>
      </dgm:t>
    </dgm:pt>
    <dgm:pt modelId="{A40BCF22-228C-4E6F-A028-7BBDE5C12E5A}" type="parTrans" cxnId="{8FB3CA80-DD34-4F68-B118-EAE12645570F}">
      <dgm:prSet/>
      <dgm:spPr/>
      <dgm:t>
        <a:bodyPr/>
        <a:lstStyle/>
        <a:p>
          <a:endParaRPr lang="en-US"/>
        </a:p>
      </dgm:t>
    </dgm:pt>
    <dgm:pt modelId="{547F8894-C324-4B84-95BE-A51E4FE0FA16}" type="sibTrans" cxnId="{8FB3CA80-DD34-4F68-B118-EAE12645570F}">
      <dgm:prSet/>
      <dgm:spPr>
        <a:gradFill rotWithShape="0">
          <a:gsLst>
            <a:gs pos="0">
              <a:srgbClr val="000000">
                <a:lumMod val="75000"/>
                <a:lumOff val="25000"/>
              </a:srgbClr>
            </a:gs>
            <a:gs pos="15929">
              <a:srgbClr val="000000">
                <a:lumMod val="85000"/>
                <a:lumOff val="15000"/>
              </a:srgbClr>
            </a:gs>
            <a:gs pos="97000">
              <a:srgbClr val="000000">
                <a:lumMod val="85000"/>
                <a:lumOff val="15000"/>
              </a:srgbClr>
            </a:gs>
            <a:gs pos="100000">
              <a:srgbClr val="17B2D1">
                <a:lumMod val="75000"/>
              </a:srgbClr>
            </a:gs>
          </a:gsLst>
          <a:lin ang="10800000" scaled="0"/>
        </a:gradFill>
        <a:ln>
          <a:noFill/>
        </a:ln>
        <a:effectLst/>
      </dgm:spPr>
      <dgm:t>
        <a:bodyPr/>
        <a:lstStyle/>
        <a:p>
          <a:endParaRPr lang="en-US" dirty="0"/>
        </a:p>
      </dgm:t>
    </dgm:pt>
    <dgm:pt modelId="{CE11A269-561D-4BA1-BC45-87F6759FD368}">
      <dgm:prSet custT="1"/>
      <dgm:spPr>
        <a:gradFill rotWithShape="0">
          <a:gsLst>
            <a:gs pos="1000">
              <a:srgbClr val="000000">
                <a:lumMod val="85000"/>
                <a:lumOff val="15000"/>
              </a:srgbClr>
            </a:gs>
            <a:gs pos="100000">
              <a:srgbClr val="17B2D1">
                <a:lumMod val="50000"/>
              </a:srgbClr>
            </a:gs>
          </a:gsLst>
          <a:lin ang="12600000" scaled="0"/>
        </a:gradFill>
        <a:ln w="12700" cap="flat" cmpd="sng" algn="ctr">
          <a:noFill/>
          <a:prstDash val="solid"/>
          <a:miter lim="800000"/>
        </a:ln>
        <a:effectLst/>
      </dgm:spPr>
      <dgm:t>
        <a:bodyPr spcFirstLastPara="0" vert="horz" wrap="square" lIns="256199" tIns="330200" rIns="256199" bIns="330200" numCol="1" spcCol="1270" anchor="t" anchorCtr="0"/>
        <a:lstStyle/>
        <a:p>
          <a:pPr marL="0" lvl="0" indent="0" algn="l" defTabSz="711200">
            <a:lnSpc>
              <a:spcPct val="90000"/>
            </a:lnSpc>
            <a:spcBef>
              <a:spcPct val="0"/>
            </a:spcBef>
            <a:spcAft>
              <a:spcPct val="35000"/>
            </a:spcAft>
            <a:buNone/>
          </a:pPr>
          <a:r>
            <a:rPr lang="en-US" sz="2000" kern="1200" dirty="0">
              <a:solidFill>
                <a:srgbClr val="FFFFFF"/>
              </a:solidFill>
              <a:latin typeface="Calibri"/>
              <a:ea typeface="+mn-ea"/>
              <a:cs typeface="+mn-cs"/>
            </a:rPr>
            <a:t>Road. </a:t>
          </a:r>
          <a:br>
            <a:rPr lang="en-US" sz="1600" kern="1200" dirty="0">
              <a:solidFill>
                <a:srgbClr val="FFFFFF"/>
              </a:solidFill>
              <a:latin typeface="Calibri"/>
              <a:ea typeface="+mn-ea"/>
              <a:cs typeface="+mn-cs"/>
            </a:rPr>
          </a:br>
          <a:r>
            <a:rPr lang="en-US" sz="1600" kern="1200" dirty="0">
              <a:solidFill>
                <a:srgbClr val="FFFFFF"/>
              </a:solidFill>
              <a:latin typeface="Calibri"/>
              <a:ea typeface="+mn-ea"/>
              <a:cs typeface="+mn-cs"/>
            </a:rPr>
            <a:t>Lorem ipsum </a:t>
          </a:r>
          <a:r>
            <a:rPr lang="en-US" sz="1600" kern="1200" noProof="1">
              <a:solidFill>
                <a:srgbClr val="FFFFFF"/>
              </a:solidFill>
              <a:latin typeface="Calibri"/>
              <a:ea typeface="+mn-ea"/>
              <a:cs typeface="+mn-cs"/>
            </a:rPr>
            <a:t>dolor sit amet, consectetur adipiscing elit. Etiam aliquet eu mi quis lacinia. </a:t>
          </a:r>
        </a:p>
        <a:p>
          <a:pPr marL="0" lvl="0" indent="0" algn="l" defTabSz="711200">
            <a:lnSpc>
              <a:spcPct val="90000"/>
            </a:lnSpc>
            <a:spcBef>
              <a:spcPct val="0"/>
            </a:spcBef>
            <a:spcAft>
              <a:spcPct val="35000"/>
            </a:spcAft>
            <a:buNone/>
          </a:pPr>
          <a:endParaRPr lang="en-US" sz="1600" kern="1200" dirty="0">
            <a:solidFill>
              <a:srgbClr val="FFFFFF"/>
            </a:solidFill>
            <a:latin typeface="Calibri"/>
            <a:ea typeface="+mn-ea"/>
            <a:cs typeface="+mn-cs"/>
          </a:endParaRPr>
        </a:p>
      </dgm:t>
    </dgm:pt>
    <dgm:pt modelId="{4A66CBC3-2E89-46E5-B2EA-1705F05E6FDD}" type="parTrans" cxnId="{2E9E5A02-0CE8-4569-9B67-05EE24CE2438}">
      <dgm:prSet/>
      <dgm:spPr/>
      <dgm:t>
        <a:bodyPr/>
        <a:lstStyle/>
        <a:p>
          <a:endParaRPr lang="en-US"/>
        </a:p>
      </dgm:t>
    </dgm:pt>
    <dgm:pt modelId="{C9DED455-19B5-45BA-AEF1-572CA46E947B}" type="sibTrans" cxnId="{2E9E5A02-0CE8-4569-9B67-05EE24CE2438}">
      <dgm:prSet/>
      <dgm:spPr>
        <a:gradFill rotWithShape="0">
          <a:gsLst>
            <a:gs pos="0">
              <a:srgbClr val="000000">
                <a:lumMod val="75000"/>
                <a:lumOff val="25000"/>
              </a:srgbClr>
            </a:gs>
            <a:gs pos="15929">
              <a:srgbClr val="000000">
                <a:lumMod val="85000"/>
                <a:lumOff val="15000"/>
              </a:srgbClr>
            </a:gs>
            <a:gs pos="97000">
              <a:srgbClr val="000000">
                <a:lumMod val="85000"/>
                <a:lumOff val="15000"/>
              </a:srgbClr>
            </a:gs>
            <a:gs pos="100000">
              <a:srgbClr val="17B2D1">
                <a:lumMod val="75000"/>
              </a:srgbClr>
            </a:gs>
          </a:gsLst>
          <a:lin ang="10800000" scaled="0"/>
        </a:gradFill>
        <a:ln>
          <a:noFill/>
        </a:ln>
        <a:effectLst/>
      </dgm:spPr>
      <dgm:t>
        <a:bodyPr/>
        <a:lstStyle/>
        <a:p>
          <a:endParaRPr lang="en-US" dirty="0"/>
        </a:p>
      </dgm:t>
    </dgm:pt>
    <dgm:pt modelId="{C2A3EC29-44BC-4E51-92DE-E27BF9CD4489}">
      <dgm:prSet custT="1"/>
      <dgm:spPr>
        <a:gradFill rotWithShape="0">
          <a:gsLst>
            <a:gs pos="1000">
              <a:srgbClr val="000000">
                <a:lumMod val="85000"/>
                <a:lumOff val="15000"/>
              </a:srgbClr>
            </a:gs>
            <a:gs pos="100000">
              <a:srgbClr val="17B2D1">
                <a:lumMod val="50000"/>
              </a:srgbClr>
            </a:gs>
          </a:gsLst>
          <a:lin ang="12600000" scaled="0"/>
        </a:gradFill>
        <a:ln w="12700" cap="flat" cmpd="sng" algn="ctr">
          <a:noFill/>
          <a:prstDash val="solid"/>
          <a:miter lim="800000"/>
        </a:ln>
        <a:effectLst/>
      </dgm:spPr>
      <dgm:t>
        <a:bodyPr spcFirstLastPara="0" vert="horz" wrap="square" lIns="256199" tIns="330200" rIns="256199" bIns="330200" numCol="1" spcCol="1270" anchor="t" anchorCtr="0"/>
        <a:lstStyle/>
        <a:p>
          <a:pPr marL="0" lvl="0" indent="0" algn="l" defTabSz="711200">
            <a:lnSpc>
              <a:spcPct val="90000"/>
            </a:lnSpc>
            <a:spcBef>
              <a:spcPct val="0"/>
            </a:spcBef>
            <a:spcAft>
              <a:spcPct val="35000"/>
            </a:spcAft>
            <a:buNone/>
          </a:pPr>
          <a:r>
            <a:rPr lang="en-US" sz="2000" kern="1200" dirty="0">
              <a:solidFill>
                <a:srgbClr val="FFFFFF"/>
              </a:solidFill>
              <a:latin typeface="Calibri"/>
              <a:ea typeface="+mn-ea"/>
              <a:cs typeface="+mn-cs"/>
            </a:rPr>
            <a:t>Mountain. </a:t>
          </a:r>
          <a:br>
            <a:rPr lang="en-US" sz="1600" kern="1200" dirty="0">
              <a:solidFill>
                <a:srgbClr val="FFFFFF"/>
              </a:solidFill>
              <a:latin typeface="Calibri"/>
              <a:ea typeface="+mn-ea"/>
              <a:cs typeface="+mn-cs"/>
            </a:rPr>
          </a:br>
          <a:r>
            <a:rPr lang="en-US" sz="1600" kern="1200" dirty="0">
              <a:solidFill>
                <a:srgbClr val="FFFFFF"/>
              </a:solidFill>
              <a:latin typeface="Calibri"/>
              <a:ea typeface="+mn-ea"/>
              <a:cs typeface="+mn-cs"/>
            </a:rPr>
            <a:t>Lorem ipsum </a:t>
          </a:r>
          <a:r>
            <a:rPr lang="en-US" sz="1600" kern="1200" noProof="1">
              <a:solidFill>
                <a:srgbClr val="FFFFFF"/>
              </a:solidFill>
              <a:latin typeface="Calibri"/>
              <a:ea typeface="+mn-ea"/>
              <a:cs typeface="+mn-cs"/>
            </a:rPr>
            <a:t>dolor sit amet, consectetur adipiscing elit. Etiam aliquet eu mi quis lacinia. Integer convallis suscipit ante eu varius. </a:t>
          </a:r>
        </a:p>
        <a:p>
          <a:pPr marL="0" lvl="0" indent="0" algn="l" defTabSz="711200">
            <a:lnSpc>
              <a:spcPct val="90000"/>
            </a:lnSpc>
            <a:spcBef>
              <a:spcPct val="0"/>
            </a:spcBef>
            <a:spcAft>
              <a:spcPct val="35000"/>
            </a:spcAft>
            <a:buNone/>
          </a:pPr>
          <a:endParaRPr lang="en-US" sz="1600" kern="1200" dirty="0">
            <a:solidFill>
              <a:srgbClr val="FFFFFF"/>
            </a:solidFill>
            <a:latin typeface="Calibri"/>
            <a:ea typeface="+mn-ea"/>
            <a:cs typeface="+mn-cs"/>
          </a:endParaRPr>
        </a:p>
      </dgm:t>
    </dgm:pt>
    <dgm:pt modelId="{CE6B5045-A42D-4562-9588-2342D0E47934}" type="parTrans" cxnId="{B49FD08F-C9D7-4FC0-B446-ED9717719A00}">
      <dgm:prSet/>
      <dgm:spPr/>
      <dgm:t>
        <a:bodyPr/>
        <a:lstStyle/>
        <a:p>
          <a:endParaRPr lang="en-US"/>
        </a:p>
      </dgm:t>
    </dgm:pt>
    <dgm:pt modelId="{10254594-A53F-49FE-B0F2-BC233EE7109F}" type="sibTrans" cxnId="{B49FD08F-C9D7-4FC0-B446-ED9717719A00}">
      <dgm:prSet/>
      <dgm:spPr>
        <a:gradFill rotWithShape="0">
          <a:gsLst>
            <a:gs pos="0">
              <a:srgbClr val="000000">
                <a:lumMod val="75000"/>
                <a:lumOff val="25000"/>
              </a:srgbClr>
            </a:gs>
            <a:gs pos="15929">
              <a:srgbClr val="000000">
                <a:lumMod val="85000"/>
                <a:lumOff val="15000"/>
              </a:srgbClr>
            </a:gs>
            <a:gs pos="97000">
              <a:srgbClr val="000000">
                <a:lumMod val="85000"/>
                <a:lumOff val="15000"/>
              </a:srgbClr>
            </a:gs>
            <a:gs pos="100000">
              <a:srgbClr val="17B2D1">
                <a:lumMod val="75000"/>
              </a:srgbClr>
            </a:gs>
          </a:gsLst>
          <a:lin ang="10800000" scaled="0"/>
        </a:gradFill>
        <a:ln>
          <a:noFill/>
        </a:ln>
        <a:effectLst/>
      </dgm:spPr>
      <dgm:t>
        <a:bodyPr/>
        <a:lstStyle/>
        <a:p>
          <a:endParaRPr lang="en-US" dirty="0"/>
        </a:p>
      </dgm:t>
    </dgm:pt>
    <dgm:pt modelId="{ACE795D8-4182-4DF1-B098-DD0AD48044C8}" type="pres">
      <dgm:prSet presAssocID="{BB0ECF89-2783-4E78-A209-A16EF114A1AA}" presName="Name0" presStyleCnt="0">
        <dgm:presLayoutVars>
          <dgm:animLvl val="lvl"/>
          <dgm:resizeHandles val="exact"/>
        </dgm:presLayoutVars>
      </dgm:prSet>
      <dgm:spPr/>
    </dgm:pt>
    <dgm:pt modelId="{01457034-7B47-4E8B-B040-E0565D08290C}" type="pres">
      <dgm:prSet presAssocID="{FFB58190-E438-47AF-86F3-FAEC2813ACF1}" presName="compositeNode" presStyleCnt="0">
        <dgm:presLayoutVars>
          <dgm:bulletEnabled val="1"/>
        </dgm:presLayoutVars>
      </dgm:prSet>
      <dgm:spPr/>
    </dgm:pt>
    <dgm:pt modelId="{39A872F9-A5B8-4211-9FCD-79722E167124}" type="pres">
      <dgm:prSet presAssocID="{FFB58190-E438-47AF-86F3-FAEC2813ACF1}" presName="bgRect" presStyleLbl="bgAccFollowNode1" presStyleIdx="0" presStyleCnt="3"/>
      <dgm:spPr/>
    </dgm:pt>
    <dgm:pt modelId="{8157E768-0524-44F1-8F00-7DF53576D2D6}" type="pres">
      <dgm:prSet presAssocID="{547F8894-C324-4B84-95BE-A51E4FE0FA16}" presName="sibTransNodeCircle" presStyleLbl="alignNode1" presStyleIdx="0" presStyleCnt="6">
        <dgm:presLayoutVars>
          <dgm:chMax val="0"/>
          <dgm:bulletEnabled/>
        </dgm:presLayoutVars>
      </dgm:prSet>
      <dgm:spPr>
        <a:xfrm>
          <a:off x="990361" y="435133"/>
          <a:ext cx="1305401" cy="1305401"/>
        </a:xfrm>
        <a:prstGeom prst="rect">
          <a:avLst/>
        </a:prstGeom>
      </dgm:spPr>
    </dgm:pt>
    <dgm:pt modelId="{676D607A-85D2-4EAF-B264-A9D94B61A4FF}" type="pres">
      <dgm:prSet presAssocID="{FFB58190-E438-47AF-86F3-FAEC2813ACF1}" presName="bottomLine" presStyleLbl="alignNode1" presStyleIdx="1" presStyleCnt="6">
        <dgm:presLayoutVars/>
      </dgm:prSet>
      <dgm:spPr/>
    </dgm:pt>
    <dgm:pt modelId="{3DFCE59B-AEDE-4DE2-8B09-D05F047AB42F}" type="pres">
      <dgm:prSet presAssocID="{FFB58190-E438-47AF-86F3-FAEC2813ACF1}" presName="nodeText" presStyleLbl="bgAccFollowNode1" presStyleIdx="0" presStyleCnt="3">
        <dgm:presLayoutVars>
          <dgm:bulletEnabled val="1"/>
        </dgm:presLayoutVars>
      </dgm:prSet>
      <dgm:spPr/>
    </dgm:pt>
    <dgm:pt modelId="{AD65492C-54BB-4101-B1E0-86F57716A25E}" type="pres">
      <dgm:prSet presAssocID="{547F8894-C324-4B84-95BE-A51E4FE0FA16}" presName="sibTrans" presStyleCnt="0"/>
      <dgm:spPr/>
    </dgm:pt>
    <dgm:pt modelId="{9A0277E3-55B2-4FAA-BDD3-FFC27311B05B}" type="pres">
      <dgm:prSet presAssocID="{CE11A269-561D-4BA1-BC45-87F6759FD368}" presName="compositeNode" presStyleCnt="0">
        <dgm:presLayoutVars>
          <dgm:bulletEnabled val="1"/>
        </dgm:presLayoutVars>
      </dgm:prSet>
      <dgm:spPr/>
    </dgm:pt>
    <dgm:pt modelId="{AE95CEBE-1AD7-41D4-9CEE-5BA77CA8C01E}" type="pres">
      <dgm:prSet presAssocID="{CE11A269-561D-4BA1-BC45-87F6759FD368}" presName="bgRect" presStyleLbl="bgAccFollowNode1" presStyleIdx="1" presStyleCnt="3"/>
      <dgm:spPr>
        <a:xfrm>
          <a:off x="3614737" y="0"/>
          <a:ext cx="3286125" cy="4351338"/>
        </a:xfrm>
        <a:prstGeom prst="rect">
          <a:avLst/>
        </a:prstGeom>
      </dgm:spPr>
    </dgm:pt>
    <dgm:pt modelId="{AFA09309-0DCE-4477-82D3-AAF980A85A37}" type="pres">
      <dgm:prSet presAssocID="{C9DED455-19B5-45BA-AEF1-572CA46E947B}" presName="sibTransNodeCircle" presStyleLbl="alignNode1" presStyleIdx="2" presStyleCnt="6">
        <dgm:presLayoutVars>
          <dgm:chMax val="0"/>
          <dgm:bulletEnabled/>
        </dgm:presLayoutVars>
      </dgm:prSet>
      <dgm:spPr>
        <a:xfrm>
          <a:off x="4605099" y="435133"/>
          <a:ext cx="1305401" cy="1305401"/>
        </a:xfrm>
        <a:prstGeom prst="rect">
          <a:avLst/>
        </a:prstGeom>
      </dgm:spPr>
    </dgm:pt>
    <dgm:pt modelId="{70685E0F-5EC9-4D84-80D5-F2F78DC3CFFC}" type="pres">
      <dgm:prSet presAssocID="{CE11A269-561D-4BA1-BC45-87F6759FD368}" presName="bottomLine" presStyleLbl="alignNode1" presStyleIdx="3" presStyleCnt="6">
        <dgm:presLayoutVars/>
      </dgm:prSet>
      <dgm:spPr/>
    </dgm:pt>
    <dgm:pt modelId="{E8E0C55E-232A-41CA-87BA-45B86ABED6ED}" type="pres">
      <dgm:prSet presAssocID="{CE11A269-561D-4BA1-BC45-87F6759FD368}" presName="nodeText" presStyleLbl="bgAccFollowNode1" presStyleIdx="1" presStyleCnt="3">
        <dgm:presLayoutVars>
          <dgm:bulletEnabled val="1"/>
        </dgm:presLayoutVars>
      </dgm:prSet>
      <dgm:spPr/>
    </dgm:pt>
    <dgm:pt modelId="{556726A2-0416-41E0-99B4-BCA6885784BC}" type="pres">
      <dgm:prSet presAssocID="{C9DED455-19B5-45BA-AEF1-572CA46E947B}" presName="sibTrans" presStyleCnt="0"/>
      <dgm:spPr/>
    </dgm:pt>
    <dgm:pt modelId="{F4C4AEC7-6D64-4C71-ADC5-0F5CC45360C6}" type="pres">
      <dgm:prSet presAssocID="{C2A3EC29-44BC-4E51-92DE-E27BF9CD4489}" presName="compositeNode" presStyleCnt="0">
        <dgm:presLayoutVars>
          <dgm:bulletEnabled val="1"/>
        </dgm:presLayoutVars>
      </dgm:prSet>
      <dgm:spPr/>
    </dgm:pt>
    <dgm:pt modelId="{3AF3868F-681F-4EF9-8B83-F3B0F354A4C4}" type="pres">
      <dgm:prSet presAssocID="{C2A3EC29-44BC-4E51-92DE-E27BF9CD4489}" presName="bgRect" presStyleLbl="bgAccFollowNode1" presStyleIdx="2" presStyleCnt="3"/>
      <dgm:spPr>
        <a:xfrm>
          <a:off x="7229475" y="0"/>
          <a:ext cx="3286125" cy="4351338"/>
        </a:xfrm>
        <a:prstGeom prst="rect">
          <a:avLst/>
        </a:prstGeom>
      </dgm:spPr>
    </dgm:pt>
    <dgm:pt modelId="{9718E67E-2C8C-4093-AB5F-E3BEFAAEA31B}" type="pres">
      <dgm:prSet presAssocID="{10254594-A53F-49FE-B0F2-BC233EE7109F}" presName="sibTransNodeCircle" presStyleLbl="alignNode1" presStyleIdx="4" presStyleCnt="6">
        <dgm:presLayoutVars>
          <dgm:chMax val="0"/>
          <dgm:bulletEnabled/>
        </dgm:presLayoutVars>
      </dgm:prSet>
      <dgm:spPr>
        <a:xfrm>
          <a:off x="8219836" y="435133"/>
          <a:ext cx="1305401" cy="1305401"/>
        </a:xfrm>
        <a:prstGeom prst="rect">
          <a:avLst/>
        </a:prstGeom>
      </dgm:spPr>
    </dgm:pt>
    <dgm:pt modelId="{13CAC05E-7817-4F00-94BF-9DC0F20DF1D8}" type="pres">
      <dgm:prSet presAssocID="{C2A3EC29-44BC-4E51-92DE-E27BF9CD4489}" presName="bottomLine" presStyleLbl="alignNode1" presStyleIdx="5" presStyleCnt="6">
        <dgm:presLayoutVars/>
      </dgm:prSet>
      <dgm:spPr/>
    </dgm:pt>
    <dgm:pt modelId="{90A7E684-CAA3-435E-B654-85F1BA7D2B87}" type="pres">
      <dgm:prSet presAssocID="{C2A3EC29-44BC-4E51-92DE-E27BF9CD4489}" presName="nodeText" presStyleLbl="bgAccFollowNode1" presStyleIdx="2" presStyleCnt="3">
        <dgm:presLayoutVars>
          <dgm:bulletEnabled val="1"/>
        </dgm:presLayoutVars>
      </dgm:prSet>
      <dgm:spPr/>
    </dgm:pt>
  </dgm:ptLst>
  <dgm:cxnLst>
    <dgm:cxn modelId="{2E9E5A02-0CE8-4569-9B67-05EE24CE2438}" srcId="{BB0ECF89-2783-4E78-A209-A16EF114A1AA}" destId="{CE11A269-561D-4BA1-BC45-87F6759FD368}" srcOrd="1" destOrd="0" parTransId="{4A66CBC3-2E89-46E5-B2EA-1705F05E6FDD}" sibTransId="{C9DED455-19B5-45BA-AEF1-572CA46E947B}"/>
    <dgm:cxn modelId="{D2545B17-F0FC-41C0-8AE6-C63C564398B0}" type="presOf" srcId="{CE11A269-561D-4BA1-BC45-87F6759FD368}" destId="{AE95CEBE-1AD7-41D4-9CEE-5BA77CA8C01E}" srcOrd="0" destOrd="0" presId="urn:microsoft.com/office/officeart/2016/7/layout/LinProcess3"/>
    <dgm:cxn modelId="{36884E1A-39D3-4491-AFD6-BCBC6392A59E}" type="presOf" srcId="{CE11A269-561D-4BA1-BC45-87F6759FD368}" destId="{E8E0C55E-232A-41CA-87BA-45B86ABED6ED}" srcOrd="1" destOrd="0" presId="urn:microsoft.com/office/officeart/2016/7/layout/LinProcess3"/>
    <dgm:cxn modelId="{2229DB1B-DE4F-469E-8FA0-07BEC5B5F9D6}" type="presOf" srcId="{10254594-A53F-49FE-B0F2-BC233EE7109F}" destId="{9718E67E-2C8C-4093-AB5F-E3BEFAAEA31B}" srcOrd="0" destOrd="0" presId="urn:microsoft.com/office/officeart/2016/7/layout/LinProcess3"/>
    <dgm:cxn modelId="{0C140A6B-1B4A-4553-81FF-5591D9487696}" type="presOf" srcId="{C2A3EC29-44BC-4E51-92DE-E27BF9CD4489}" destId="{3AF3868F-681F-4EF9-8B83-F3B0F354A4C4}" srcOrd="0" destOrd="0" presId="urn:microsoft.com/office/officeart/2016/7/layout/LinProcess3"/>
    <dgm:cxn modelId="{025C3756-4F90-42F6-B826-13223FDABED0}" type="presOf" srcId="{547F8894-C324-4B84-95BE-A51E4FE0FA16}" destId="{8157E768-0524-44F1-8F00-7DF53576D2D6}" srcOrd="0" destOrd="0" presId="urn:microsoft.com/office/officeart/2016/7/layout/LinProcess3"/>
    <dgm:cxn modelId="{8FB3CA80-DD34-4F68-B118-EAE12645570F}" srcId="{BB0ECF89-2783-4E78-A209-A16EF114A1AA}" destId="{FFB58190-E438-47AF-86F3-FAEC2813ACF1}" srcOrd="0" destOrd="0" parTransId="{A40BCF22-228C-4E6F-A028-7BBDE5C12E5A}" sibTransId="{547F8894-C324-4B84-95BE-A51E4FE0FA16}"/>
    <dgm:cxn modelId="{B49FD08F-C9D7-4FC0-B446-ED9717719A00}" srcId="{BB0ECF89-2783-4E78-A209-A16EF114A1AA}" destId="{C2A3EC29-44BC-4E51-92DE-E27BF9CD4489}" srcOrd="2" destOrd="0" parTransId="{CE6B5045-A42D-4562-9588-2342D0E47934}" sibTransId="{10254594-A53F-49FE-B0F2-BC233EE7109F}"/>
    <dgm:cxn modelId="{469CA3A1-2EC0-458C-B828-8121A2D4750A}" type="presOf" srcId="{BB0ECF89-2783-4E78-A209-A16EF114A1AA}" destId="{ACE795D8-4182-4DF1-B098-DD0AD48044C8}" srcOrd="0" destOrd="0" presId="urn:microsoft.com/office/officeart/2016/7/layout/LinProcess3"/>
    <dgm:cxn modelId="{C8A4ECC3-0B95-497F-8D57-1124DFD9842C}" type="presOf" srcId="{C2A3EC29-44BC-4E51-92DE-E27BF9CD4489}" destId="{90A7E684-CAA3-435E-B654-85F1BA7D2B87}" srcOrd="1" destOrd="0" presId="urn:microsoft.com/office/officeart/2016/7/layout/LinProcess3"/>
    <dgm:cxn modelId="{13094BE1-4993-450F-9A18-CF0E62019EF7}" type="presOf" srcId="{FFB58190-E438-47AF-86F3-FAEC2813ACF1}" destId="{39A872F9-A5B8-4211-9FCD-79722E167124}" srcOrd="0" destOrd="0" presId="urn:microsoft.com/office/officeart/2016/7/layout/LinProcess3"/>
    <dgm:cxn modelId="{8A5C10EE-3A87-49FC-9945-C0118988EF8D}" type="presOf" srcId="{C9DED455-19B5-45BA-AEF1-572CA46E947B}" destId="{AFA09309-0DCE-4477-82D3-AAF980A85A37}" srcOrd="0" destOrd="0" presId="urn:microsoft.com/office/officeart/2016/7/layout/LinProcess3"/>
    <dgm:cxn modelId="{D24113F0-9FAB-4A26-B7AA-17C02606FE1D}" type="presOf" srcId="{FFB58190-E438-47AF-86F3-FAEC2813ACF1}" destId="{3DFCE59B-AEDE-4DE2-8B09-D05F047AB42F}" srcOrd="1" destOrd="0" presId="urn:microsoft.com/office/officeart/2016/7/layout/LinProcess3"/>
    <dgm:cxn modelId="{76481A27-79A5-48E5-BA29-16004448893C}" type="presParOf" srcId="{ACE795D8-4182-4DF1-B098-DD0AD48044C8}" destId="{01457034-7B47-4E8B-B040-E0565D08290C}" srcOrd="0" destOrd="0" presId="urn:microsoft.com/office/officeart/2016/7/layout/LinProcess3"/>
    <dgm:cxn modelId="{86BEA9C1-5DDA-42C2-937D-A7130110FF74}" type="presParOf" srcId="{01457034-7B47-4E8B-B040-E0565D08290C}" destId="{39A872F9-A5B8-4211-9FCD-79722E167124}" srcOrd="0" destOrd="0" presId="urn:microsoft.com/office/officeart/2016/7/layout/LinProcess3"/>
    <dgm:cxn modelId="{7DC5639C-5BDF-4F6D-A737-811AEFB16C12}" type="presParOf" srcId="{01457034-7B47-4E8B-B040-E0565D08290C}" destId="{8157E768-0524-44F1-8F00-7DF53576D2D6}" srcOrd="1" destOrd="0" presId="urn:microsoft.com/office/officeart/2016/7/layout/LinProcess3"/>
    <dgm:cxn modelId="{9BE7A881-53AA-46A4-B4D9-5952CA3DDD83}" type="presParOf" srcId="{01457034-7B47-4E8B-B040-E0565D08290C}" destId="{676D607A-85D2-4EAF-B264-A9D94B61A4FF}" srcOrd="2" destOrd="0" presId="urn:microsoft.com/office/officeart/2016/7/layout/LinProcess3"/>
    <dgm:cxn modelId="{3CDC6E8B-95DF-4144-9A43-8F1F01D9B5EA}" type="presParOf" srcId="{01457034-7B47-4E8B-B040-E0565D08290C}" destId="{3DFCE59B-AEDE-4DE2-8B09-D05F047AB42F}" srcOrd="3" destOrd="0" presId="urn:microsoft.com/office/officeart/2016/7/layout/LinProcess3"/>
    <dgm:cxn modelId="{050D0D46-967C-45EE-A82A-AD10E04485C1}" type="presParOf" srcId="{ACE795D8-4182-4DF1-B098-DD0AD48044C8}" destId="{AD65492C-54BB-4101-B1E0-86F57716A25E}" srcOrd="1" destOrd="0" presId="urn:microsoft.com/office/officeart/2016/7/layout/LinProcess3"/>
    <dgm:cxn modelId="{C5C3B0C4-18DC-4916-ABAF-6A287C00BAA9}" type="presParOf" srcId="{ACE795D8-4182-4DF1-B098-DD0AD48044C8}" destId="{9A0277E3-55B2-4FAA-BDD3-FFC27311B05B}" srcOrd="2" destOrd="0" presId="urn:microsoft.com/office/officeart/2016/7/layout/LinProcess3"/>
    <dgm:cxn modelId="{FA398688-6697-4B8B-A789-FF729FC50671}" type="presParOf" srcId="{9A0277E3-55B2-4FAA-BDD3-FFC27311B05B}" destId="{AE95CEBE-1AD7-41D4-9CEE-5BA77CA8C01E}" srcOrd="0" destOrd="0" presId="urn:microsoft.com/office/officeart/2016/7/layout/LinProcess3"/>
    <dgm:cxn modelId="{67EE8417-B6AF-43C7-AA8C-3B90AB6AE1FE}" type="presParOf" srcId="{9A0277E3-55B2-4FAA-BDD3-FFC27311B05B}" destId="{AFA09309-0DCE-4477-82D3-AAF980A85A37}" srcOrd="1" destOrd="0" presId="urn:microsoft.com/office/officeart/2016/7/layout/LinProcess3"/>
    <dgm:cxn modelId="{5CE89ECF-B3C2-499B-BBDE-19538F56547F}" type="presParOf" srcId="{9A0277E3-55B2-4FAA-BDD3-FFC27311B05B}" destId="{70685E0F-5EC9-4D84-80D5-F2F78DC3CFFC}" srcOrd="2" destOrd="0" presId="urn:microsoft.com/office/officeart/2016/7/layout/LinProcess3"/>
    <dgm:cxn modelId="{D77D220A-12C7-4499-9660-B4B666A87129}" type="presParOf" srcId="{9A0277E3-55B2-4FAA-BDD3-FFC27311B05B}" destId="{E8E0C55E-232A-41CA-87BA-45B86ABED6ED}" srcOrd="3" destOrd="0" presId="urn:microsoft.com/office/officeart/2016/7/layout/LinProcess3"/>
    <dgm:cxn modelId="{F3EEB326-7683-4D4B-BE0D-D7CC3EE67CB3}" type="presParOf" srcId="{ACE795D8-4182-4DF1-B098-DD0AD48044C8}" destId="{556726A2-0416-41E0-99B4-BCA6885784BC}" srcOrd="3" destOrd="0" presId="urn:microsoft.com/office/officeart/2016/7/layout/LinProcess3"/>
    <dgm:cxn modelId="{1694C3CA-CE7E-4D7A-B769-94D0C473B6D9}" type="presParOf" srcId="{ACE795D8-4182-4DF1-B098-DD0AD48044C8}" destId="{F4C4AEC7-6D64-4C71-ADC5-0F5CC45360C6}" srcOrd="4" destOrd="0" presId="urn:microsoft.com/office/officeart/2016/7/layout/LinProcess3"/>
    <dgm:cxn modelId="{01DA811B-E595-4B26-916D-A5B9420780B1}" type="presParOf" srcId="{F4C4AEC7-6D64-4C71-ADC5-0F5CC45360C6}" destId="{3AF3868F-681F-4EF9-8B83-F3B0F354A4C4}" srcOrd="0" destOrd="0" presId="urn:microsoft.com/office/officeart/2016/7/layout/LinProcess3"/>
    <dgm:cxn modelId="{65C50157-4E89-44E0-ADFE-2CDCD946EC0C}" type="presParOf" srcId="{F4C4AEC7-6D64-4C71-ADC5-0F5CC45360C6}" destId="{9718E67E-2C8C-4093-AB5F-E3BEFAAEA31B}" srcOrd="1" destOrd="0" presId="urn:microsoft.com/office/officeart/2016/7/layout/LinProcess3"/>
    <dgm:cxn modelId="{03312845-43B9-45C8-960A-3A8CADC652DB}" type="presParOf" srcId="{F4C4AEC7-6D64-4C71-ADC5-0F5CC45360C6}" destId="{13CAC05E-7817-4F00-94BF-9DC0F20DF1D8}" srcOrd="2" destOrd="0" presId="urn:microsoft.com/office/officeart/2016/7/layout/LinProcess3"/>
    <dgm:cxn modelId="{D7A81CCE-E542-4242-8542-3C297BE2D6C9}" type="presParOf" srcId="{F4C4AEC7-6D64-4C71-ADC5-0F5CC45360C6}" destId="{90A7E684-CAA3-435E-B654-85F1BA7D2B87}" srcOrd="3" destOrd="0" presId="urn:microsoft.com/office/officeart/2016/7/layout/LinProcess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9698387-9DF3-4127-A7DE-FCE3F05A3470}">
      <dsp:nvSpPr>
        <dsp:cNvPr id="0" name=""/>
        <dsp:cNvSpPr/>
      </dsp:nvSpPr>
      <dsp:spPr>
        <a:xfrm>
          <a:off x="0" y="4675"/>
          <a:ext cx="6791323" cy="995920"/>
        </a:xfrm>
        <a:prstGeom prst="rect">
          <a:avLst/>
        </a:prstGeom>
        <a:gradFill rotWithShape="0">
          <a:gsLst>
            <a:gs pos="0">
              <a:schemeClr val="tx1">
                <a:lumMod val="75000"/>
                <a:lumOff val="25000"/>
              </a:schemeClr>
            </a:gs>
            <a:gs pos="15929">
              <a:schemeClr val="tx1">
                <a:lumMod val="85000"/>
                <a:lumOff val="15000"/>
              </a:schemeClr>
            </a:gs>
            <a:gs pos="97000">
              <a:schemeClr val="tx1">
                <a:lumMod val="85000"/>
                <a:lumOff val="15000"/>
              </a:schemeClr>
            </a:gs>
            <a:gs pos="100000">
              <a:schemeClr val="accent2">
                <a:lumMod val="75000"/>
              </a:schemeClr>
            </a:gs>
          </a:gsLst>
          <a:lin ang="10800000" scaled="0"/>
        </a:gradFill>
        <a:ln>
          <a:noFill/>
        </a:ln>
        <a:effectLst/>
      </dsp:spPr>
      <dsp:style>
        <a:lnRef idx="0">
          <a:scrgbClr r="0" g="0" b="0"/>
        </a:lnRef>
        <a:fillRef idx="1">
          <a:scrgbClr r="0" g="0" b="0"/>
        </a:fillRef>
        <a:effectRef idx="0">
          <a:scrgbClr r="0" g="0" b="0"/>
        </a:effectRef>
        <a:fontRef idx="minor"/>
      </dsp:style>
    </dsp:sp>
    <dsp:sp modelId="{B52E1101-E263-4511-8D8F-5A215C912C41}">
      <dsp:nvSpPr>
        <dsp:cNvPr id="0" name=""/>
        <dsp:cNvSpPr/>
      </dsp:nvSpPr>
      <dsp:spPr>
        <a:xfrm>
          <a:off x="301265" y="228757"/>
          <a:ext cx="547756" cy="547756"/>
        </a:xfrm>
        <a:prstGeom prst="rect">
          <a:avLst/>
        </a:prstGeom>
        <a:blipFill>
          <a:blip xmlns:r="http://schemas.openxmlformats.org/officeDocument/2006/relationships" r:embed="rId1"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113ED77-1650-49A8-987A-A13C2A50CEA5}">
      <dsp:nvSpPr>
        <dsp:cNvPr id="0" name=""/>
        <dsp:cNvSpPr/>
      </dsp:nvSpPr>
      <dsp:spPr>
        <a:xfrm>
          <a:off x="1150288" y="4675"/>
          <a:ext cx="5641034" cy="9959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5402" tIns="105402" rIns="105402" bIns="105402" numCol="1" spcCol="1270" anchor="ctr" anchorCtr="0">
          <a:noAutofit/>
        </a:bodyPr>
        <a:lstStyle/>
        <a:p>
          <a:pPr marL="0" lvl="0" indent="0" algn="l" defTabSz="844550">
            <a:lnSpc>
              <a:spcPct val="90000"/>
            </a:lnSpc>
            <a:spcBef>
              <a:spcPct val="0"/>
            </a:spcBef>
            <a:spcAft>
              <a:spcPct val="35000"/>
            </a:spcAft>
            <a:buNone/>
          </a:pPr>
          <a:r>
            <a:rPr lang="en-US" sz="1900" kern="1200" dirty="0">
              <a:solidFill>
                <a:schemeClr val="bg1"/>
              </a:solidFill>
            </a:rPr>
            <a:t>Lesson 1</a:t>
          </a:r>
        </a:p>
      </dsp:txBody>
      <dsp:txXfrm>
        <a:off x="1150288" y="4675"/>
        <a:ext cx="5641034" cy="995920"/>
      </dsp:txXfrm>
    </dsp:sp>
    <dsp:sp modelId="{FA3369E0-5B38-4FDD-A9F5-22B9810A03F7}">
      <dsp:nvSpPr>
        <dsp:cNvPr id="0" name=""/>
        <dsp:cNvSpPr/>
      </dsp:nvSpPr>
      <dsp:spPr>
        <a:xfrm>
          <a:off x="0" y="1249576"/>
          <a:ext cx="6791323" cy="995920"/>
        </a:xfrm>
        <a:prstGeom prst="rect">
          <a:avLst/>
        </a:prstGeom>
        <a:gradFill rotWithShape="0">
          <a:gsLst>
            <a:gs pos="0">
              <a:srgbClr val="000000">
                <a:lumMod val="75000"/>
                <a:lumOff val="25000"/>
              </a:srgbClr>
            </a:gs>
            <a:gs pos="15929">
              <a:srgbClr val="000000">
                <a:lumMod val="85000"/>
                <a:lumOff val="15000"/>
              </a:srgbClr>
            </a:gs>
            <a:gs pos="97000">
              <a:srgbClr val="000000">
                <a:lumMod val="85000"/>
                <a:lumOff val="15000"/>
              </a:srgbClr>
            </a:gs>
            <a:gs pos="100000">
              <a:srgbClr val="17B2D1">
                <a:lumMod val="75000"/>
              </a:srgbClr>
            </a:gs>
          </a:gsLst>
          <a:lin ang="10800000" scaled="0"/>
        </a:gradFill>
        <a:ln>
          <a:noFill/>
        </a:ln>
        <a:effectLst/>
      </dsp:spPr>
      <dsp:style>
        <a:lnRef idx="0">
          <a:scrgbClr r="0" g="0" b="0"/>
        </a:lnRef>
        <a:fillRef idx="1">
          <a:scrgbClr r="0" g="0" b="0"/>
        </a:fillRef>
        <a:effectRef idx="0">
          <a:scrgbClr r="0" g="0" b="0"/>
        </a:effectRef>
        <a:fontRef idx="minor"/>
      </dsp:style>
    </dsp:sp>
    <dsp:sp modelId="{FADE9C4E-BFE3-4374-BE2C-676ED238ACF2}">
      <dsp:nvSpPr>
        <dsp:cNvPr id="0" name=""/>
        <dsp:cNvSpPr/>
      </dsp:nvSpPr>
      <dsp:spPr>
        <a:xfrm>
          <a:off x="301265" y="1473658"/>
          <a:ext cx="547756" cy="547756"/>
        </a:xfrm>
        <a:prstGeom prst="rect">
          <a:avLst/>
        </a:prstGeom>
        <a:blipFill>
          <a:blip xmlns:r="http://schemas.openxmlformats.org/officeDocument/2006/relationships"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C018808-9CEA-4C61-8875-3E922AA167D7}">
      <dsp:nvSpPr>
        <dsp:cNvPr id="0" name=""/>
        <dsp:cNvSpPr/>
      </dsp:nvSpPr>
      <dsp:spPr>
        <a:xfrm>
          <a:off x="1150288" y="1249576"/>
          <a:ext cx="5641034" cy="9959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5402" tIns="105402" rIns="105402" bIns="105402" numCol="1" spcCol="1270" anchor="ctr" anchorCtr="0">
          <a:noAutofit/>
        </a:bodyPr>
        <a:lstStyle/>
        <a:p>
          <a:pPr marL="0" lvl="0" indent="0" algn="l" defTabSz="844550">
            <a:lnSpc>
              <a:spcPct val="90000"/>
            </a:lnSpc>
            <a:spcBef>
              <a:spcPct val="0"/>
            </a:spcBef>
            <a:spcAft>
              <a:spcPct val="35000"/>
            </a:spcAft>
            <a:buNone/>
          </a:pPr>
          <a:r>
            <a:rPr lang="en-US" sz="1900" kern="1200" dirty="0">
              <a:solidFill>
                <a:schemeClr val="bg1"/>
              </a:solidFill>
            </a:rPr>
            <a:t>Lesson 2</a:t>
          </a:r>
        </a:p>
      </dsp:txBody>
      <dsp:txXfrm>
        <a:off x="1150288" y="1249576"/>
        <a:ext cx="5641034" cy="995920"/>
      </dsp:txXfrm>
    </dsp:sp>
    <dsp:sp modelId="{DB8ABDAA-976A-4A84-A3C3-277080E19DCA}">
      <dsp:nvSpPr>
        <dsp:cNvPr id="0" name=""/>
        <dsp:cNvSpPr/>
      </dsp:nvSpPr>
      <dsp:spPr>
        <a:xfrm>
          <a:off x="0" y="2494477"/>
          <a:ext cx="6791323" cy="995920"/>
        </a:xfrm>
        <a:prstGeom prst="rect">
          <a:avLst/>
        </a:prstGeom>
        <a:gradFill rotWithShape="0">
          <a:gsLst>
            <a:gs pos="0">
              <a:srgbClr val="000000">
                <a:lumMod val="75000"/>
                <a:lumOff val="25000"/>
              </a:srgbClr>
            </a:gs>
            <a:gs pos="15929">
              <a:srgbClr val="000000">
                <a:lumMod val="85000"/>
                <a:lumOff val="15000"/>
              </a:srgbClr>
            </a:gs>
            <a:gs pos="97000">
              <a:srgbClr val="000000">
                <a:lumMod val="85000"/>
                <a:lumOff val="15000"/>
              </a:srgbClr>
            </a:gs>
            <a:gs pos="100000">
              <a:srgbClr val="17B2D1">
                <a:lumMod val="75000"/>
              </a:srgbClr>
            </a:gs>
          </a:gsLst>
          <a:lin ang="10800000" scaled="0"/>
        </a:gradFill>
        <a:ln>
          <a:noFill/>
        </a:ln>
        <a:effectLst/>
      </dsp:spPr>
      <dsp:style>
        <a:lnRef idx="0">
          <a:scrgbClr r="0" g="0" b="0"/>
        </a:lnRef>
        <a:fillRef idx="1">
          <a:scrgbClr r="0" g="0" b="0"/>
        </a:fillRef>
        <a:effectRef idx="0">
          <a:scrgbClr r="0" g="0" b="0"/>
        </a:effectRef>
        <a:fontRef idx="minor"/>
      </dsp:style>
    </dsp:sp>
    <dsp:sp modelId="{D335376E-740A-4A47-BC5B-3381DE731CE0}">
      <dsp:nvSpPr>
        <dsp:cNvPr id="0" name=""/>
        <dsp:cNvSpPr/>
      </dsp:nvSpPr>
      <dsp:spPr>
        <a:xfrm>
          <a:off x="301265" y="2718559"/>
          <a:ext cx="547756" cy="547756"/>
        </a:xfrm>
        <a:prstGeom prst="rect">
          <a:avLst/>
        </a:prstGeom>
        <a:blipFill>
          <a:blip xmlns:r="http://schemas.openxmlformats.org/officeDocument/2006/relationships" r:embed="rId5" cstate="screen">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409F791-340A-4625-9294-3E680D66DB63}">
      <dsp:nvSpPr>
        <dsp:cNvPr id="0" name=""/>
        <dsp:cNvSpPr/>
      </dsp:nvSpPr>
      <dsp:spPr>
        <a:xfrm>
          <a:off x="1150288" y="2494477"/>
          <a:ext cx="5641034" cy="9959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5402" tIns="105402" rIns="105402" bIns="105402" numCol="1" spcCol="1270" anchor="ctr" anchorCtr="0">
          <a:noAutofit/>
        </a:bodyPr>
        <a:lstStyle/>
        <a:p>
          <a:pPr marL="0" lvl="0" indent="0" algn="l" defTabSz="844550">
            <a:lnSpc>
              <a:spcPct val="90000"/>
            </a:lnSpc>
            <a:spcBef>
              <a:spcPct val="0"/>
            </a:spcBef>
            <a:spcAft>
              <a:spcPct val="35000"/>
            </a:spcAft>
            <a:buNone/>
          </a:pPr>
          <a:r>
            <a:rPr lang="en-US" sz="1900" kern="1200" dirty="0">
              <a:solidFill>
                <a:schemeClr val="bg1"/>
              </a:solidFill>
            </a:rPr>
            <a:t>Lesson 3</a:t>
          </a:r>
        </a:p>
      </dsp:txBody>
      <dsp:txXfrm>
        <a:off x="1150288" y="2494477"/>
        <a:ext cx="5641034" cy="995920"/>
      </dsp:txXfrm>
    </dsp:sp>
    <dsp:sp modelId="{C2FCE80A-DCA0-4D7F-8F72-19CB2337E588}">
      <dsp:nvSpPr>
        <dsp:cNvPr id="0" name=""/>
        <dsp:cNvSpPr/>
      </dsp:nvSpPr>
      <dsp:spPr>
        <a:xfrm>
          <a:off x="0" y="3739377"/>
          <a:ext cx="6791323" cy="995920"/>
        </a:xfrm>
        <a:prstGeom prst="rect">
          <a:avLst/>
        </a:prstGeom>
        <a:gradFill rotWithShape="0">
          <a:gsLst>
            <a:gs pos="0">
              <a:srgbClr val="000000">
                <a:lumMod val="75000"/>
                <a:lumOff val="25000"/>
              </a:srgbClr>
            </a:gs>
            <a:gs pos="15929">
              <a:srgbClr val="000000">
                <a:lumMod val="85000"/>
                <a:lumOff val="15000"/>
              </a:srgbClr>
            </a:gs>
            <a:gs pos="97000">
              <a:srgbClr val="000000">
                <a:lumMod val="85000"/>
                <a:lumOff val="15000"/>
              </a:srgbClr>
            </a:gs>
            <a:gs pos="100000">
              <a:srgbClr val="17B2D1">
                <a:lumMod val="75000"/>
              </a:srgbClr>
            </a:gs>
          </a:gsLst>
          <a:lin ang="10800000" scaled="0"/>
        </a:gradFill>
        <a:ln>
          <a:noFill/>
        </a:ln>
        <a:effectLst/>
      </dsp:spPr>
      <dsp:style>
        <a:lnRef idx="0">
          <a:scrgbClr r="0" g="0" b="0"/>
        </a:lnRef>
        <a:fillRef idx="1">
          <a:scrgbClr r="0" g="0" b="0"/>
        </a:fillRef>
        <a:effectRef idx="0">
          <a:scrgbClr r="0" g="0" b="0"/>
        </a:effectRef>
        <a:fontRef idx="minor"/>
      </dsp:style>
    </dsp:sp>
    <dsp:sp modelId="{1B0B9210-632F-4BB5-B140-1FA20D3CF123}">
      <dsp:nvSpPr>
        <dsp:cNvPr id="0" name=""/>
        <dsp:cNvSpPr/>
      </dsp:nvSpPr>
      <dsp:spPr>
        <a:xfrm>
          <a:off x="301265" y="3963460"/>
          <a:ext cx="547756" cy="547756"/>
        </a:xfrm>
        <a:prstGeom prst="rect">
          <a:avLst/>
        </a:prstGeom>
        <a:blipFill>
          <a:blip xmlns:r="http://schemas.openxmlformats.org/officeDocument/2006/relationships" r:embed="rId7" cstate="screen">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CBA7321-E2AC-48FD-B351-CE3C9A4CE924}">
      <dsp:nvSpPr>
        <dsp:cNvPr id="0" name=""/>
        <dsp:cNvSpPr/>
      </dsp:nvSpPr>
      <dsp:spPr>
        <a:xfrm>
          <a:off x="1150288" y="3739377"/>
          <a:ext cx="5641034" cy="9959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5402" tIns="105402" rIns="105402" bIns="105402" numCol="1" spcCol="1270" anchor="ctr" anchorCtr="0">
          <a:noAutofit/>
        </a:bodyPr>
        <a:lstStyle/>
        <a:p>
          <a:pPr marL="0" lvl="0" indent="0" algn="l" defTabSz="844550">
            <a:lnSpc>
              <a:spcPct val="90000"/>
            </a:lnSpc>
            <a:spcBef>
              <a:spcPct val="0"/>
            </a:spcBef>
            <a:spcAft>
              <a:spcPct val="35000"/>
            </a:spcAft>
            <a:buNone/>
          </a:pPr>
          <a:r>
            <a:rPr lang="en-US" sz="1900" kern="1200" dirty="0">
              <a:solidFill>
                <a:schemeClr val="bg1"/>
              </a:solidFill>
            </a:rPr>
            <a:t>Lesson 4</a:t>
          </a:r>
        </a:p>
      </dsp:txBody>
      <dsp:txXfrm>
        <a:off x="1150288" y="3739377"/>
        <a:ext cx="5641034" cy="995920"/>
      </dsp:txXfrm>
    </dsp:sp>
    <dsp:sp modelId="{343A76ED-9DD6-4B0A-830E-16ED952B3D06}">
      <dsp:nvSpPr>
        <dsp:cNvPr id="0" name=""/>
        <dsp:cNvSpPr/>
      </dsp:nvSpPr>
      <dsp:spPr>
        <a:xfrm>
          <a:off x="0" y="4984278"/>
          <a:ext cx="6791323" cy="995920"/>
        </a:xfrm>
        <a:prstGeom prst="rect">
          <a:avLst/>
        </a:prstGeom>
        <a:gradFill rotWithShape="0">
          <a:gsLst>
            <a:gs pos="0">
              <a:srgbClr val="000000">
                <a:lumMod val="75000"/>
                <a:lumOff val="25000"/>
              </a:srgbClr>
            </a:gs>
            <a:gs pos="15929">
              <a:srgbClr val="000000">
                <a:lumMod val="85000"/>
                <a:lumOff val="15000"/>
              </a:srgbClr>
            </a:gs>
            <a:gs pos="97000">
              <a:srgbClr val="000000">
                <a:lumMod val="85000"/>
                <a:lumOff val="15000"/>
              </a:srgbClr>
            </a:gs>
            <a:gs pos="100000">
              <a:srgbClr val="17B2D1">
                <a:lumMod val="75000"/>
              </a:srgbClr>
            </a:gs>
          </a:gsLst>
          <a:lin ang="10800000" scaled="0"/>
        </a:gradFill>
        <a:ln>
          <a:noFill/>
        </a:ln>
        <a:effectLst/>
      </dsp:spPr>
      <dsp:style>
        <a:lnRef idx="0">
          <a:scrgbClr r="0" g="0" b="0"/>
        </a:lnRef>
        <a:fillRef idx="1">
          <a:scrgbClr r="0" g="0" b="0"/>
        </a:fillRef>
        <a:effectRef idx="0">
          <a:scrgbClr r="0" g="0" b="0"/>
        </a:effectRef>
        <a:fontRef idx="minor"/>
      </dsp:style>
    </dsp:sp>
    <dsp:sp modelId="{C21BED67-1F13-4312-815B-B5C34DAA27F9}">
      <dsp:nvSpPr>
        <dsp:cNvPr id="0" name=""/>
        <dsp:cNvSpPr/>
      </dsp:nvSpPr>
      <dsp:spPr>
        <a:xfrm>
          <a:off x="301265" y="5208360"/>
          <a:ext cx="547756" cy="547756"/>
        </a:xfrm>
        <a:prstGeom prst="rect">
          <a:avLst/>
        </a:prstGeom>
        <a:blipFill>
          <a:blip xmlns:r="http://schemas.openxmlformats.org/officeDocument/2006/relationships" r:embed="rId9" cstate="screen">
            <a:extLst>
              <a:ext uri="{28A0092B-C50C-407E-A947-70E740481C1C}">
                <a14:useLocalDpi xmlns:a14="http://schemas.microsoft.com/office/drawing/2010/main"/>
              </a:ext>
              <a:ext uri="{96DAC541-7B7A-43D3-8B79-37D633B846F1}">
                <asvg:svgBlip xmlns:asvg="http://schemas.microsoft.com/office/drawing/2016/SVG/main" r:embed="rId10"/>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260EF14-C09B-4543-88B7-7F45704CBA36}">
      <dsp:nvSpPr>
        <dsp:cNvPr id="0" name=""/>
        <dsp:cNvSpPr/>
      </dsp:nvSpPr>
      <dsp:spPr>
        <a:xfrm>
          <a:off x="1150288" y="4984278"/>
          <a:ext cx="5641034" cy="9959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5402" tIns="105402" rIns="105402" bIns="105402" numCol="1" spcCol="1270" anchor="ctr" anchorCtr="0">
          <a:noAutofit/>
        </a:bodyPr>
        <a:lstStyle/>
        <a:p>
          <a:pPr marL="0" lvl="0" indent="0" algn="l" defTabSz="844550">
            <a:lnSpc>
              <a:spcPct val="90000"/>
            </a:lnSpc>
            <a:spcBef>
              <a:spcPct val="0"/>
            </a:spcBef>
            <a:spcAft>
              <a:spcPct val="35000"/>
            </a:spcAft>
            <a:buNone/>
          </a:pPr>
          <a:r>
            <a:rPr lang="en-US" sz="1900" kern="1200" dirty="0">
              <a:solidFill>
                <a:schemeClr val="bg1"/>
              </a:solidFill>
            </a:rPr>
            <a:t>Lesson 5</a:t>
          </a:r>
        </a:p>
      </dsp:txBody>
      <dsp:txXfrm>
        <a:off x="1150288" y="4984278"/>
        <a:ext cx="5641034" cy="99592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7174219-EC9E-4267-A04D-B18EE847387A}">
      <dsp:nvSpPr>
        <dsp:cNvPr id="0" name=""/>
        <dsp:cNvSpPr/>
      </dsp:nvSpPr>
      <dsp:spPr>
        <a:xfrm>
          <a:off x="0" y="1559187"/>
          <a:ext cx="6156323" cy="2866500"/>
        </a:xfrm>
        <a:prstGeom prst="rect">
          <a:avLst/>
        </a:prstGeom>
        <a:noFill/>
        <a:ln w="12700" cap="flat" cmpd="sng" algn="ctr">
          <a:no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77799" tIns="1353820" rIns="477799" bIns="199136" numCol="1" spcCol="1270" anchor="t" anchorCtr="0">
          <a:noAutofit/>
        </a:bodyPr>
        <a:lstStyle/>
        <a:p>
          <a:pPr marL="285750" lvl="1" indent="-285750" algn="l" defTabSz="1244600">
            <a:lnSpc>
              <a:spcPct val="90000"/>
            </a:lnSpc>
            <a:spcBef>
              <a:spcPct val="0"/>
            </a:spcBef>
            <a:spcAft>
              <a:spcPct val="15000"/>
            </a:spcAft>
            <a:buClr>
              <a:schemeClr val="accent2"/>
            </a:buClr>
            <a:buFont typeface="Wingdings" panose="05000000000000000000" pitchFamily="2" charset="2"/>
            <a:buChar char="§"/>
          </a:pPr>
          <a:r>
            <a:rPr lang="en-ZA" sz="2800" kern="1200" dirty="0">
              <a:solidFill>
                <a:schemeClr val="bg1"/>
              </a:solidFill>
            </a:rPr>
            <a:t>First skill</a:t>
          </a:r>
          <a:endParaRPr lang="en-US" sz="2800" kern="1200" dirty="0">
            <a:solidFill>
              <a:schemeClr val="bg1"/>
            </a:solidFill>
          </a:endParaRPr>
        </a:p>
        <a:p>
          <a:pPr marL="285750" lvl="1" indent="-285750" algn="l" defTabSz="1244600">
            <a:lnSpc>
              <a:spcPct val="90000"/>
            </a:lnSpc>
            <a:spcBef>
              <a:spcPct val="0"/>
            </a:spcBef>
            <a:spcAft>
              <a:spcPct val="15000"/>
            </a:spcAft>
            <a:buClr>
              <a:schemeClr val="accent2"/>
            </a:buClr>
            <a:buFont typeface="Wingdings" panose="05000000000000000000" pitchFamily="2" charset="2"/>
            <a:buChar char="§"/>
          </a:pPr>
          <a:r>
            <a:rPr lang="en-ZA" sz="2800" kern="1200" dirty="0">
              <a:solidFill>
                <a:schemeClr val="bg1"/>
              </a:solidFill>
            </a:rPr>
            <a:t>Second skill</a:t>
          </a:r>
          <a:endParaRPr lang="en-US" sz="2800" kern="1200" dirty="0">
            <a:solidFill>
              <a:schemeClr val="bg1"/>
            </a:solidFill>
          </a:endParaRPr>
        </a:p>
        <a:p>
          <a:pPr marL="285750" lvl="1" indent="-285750" algn="l" defTabSz="1244600">
            <a:lnSpc>
              <a:spcPct val="90000"/>
            </a:lnSpc>
            <a:spcBef>
              <a:spcPct val="0"/>
            </a:spcBef>
            <a:spcAft>
              <a:spcPct val="15000"/>
            </a:spcAft>
            <a:buClr>
              <a:schemeClr val="accent2"/>
            </a:buClr>
            <a:buFont typeface="Wingdings" panose="05000000000000000000" pitchFamily="2" charset="2"/>
            <a:buChar char="§"/>
          </a:pPr>
          <a:r>
            <a:rPr lang="en-ZA" sz="2800" kern="1200" dirty="0">
              <a:solidFill>
                <a:schemeClr val="bg1"/>
              </a:solidFill>
            </a:rPr>
            <a:t>Third skill</a:t>
          </a:r>
          <a:endParaRPr lang="en-US" sz="2800" kern="1200" dirty="0">
            <a:solidFill>
              <a:schemeClr val="bg1"/>
            </a:solidFill>
          </a:endParaRPr>
        </a:p>
      </dsp:txBody>
      <dsp:txXfrm>
        <a:off x="0" y="1559187"/>
        <a:ext cx="6156323" cy="2866500"/>
      </dsp:txXfrm>
    </dsp:sp>
    <dsp:sp modelId="{8EFCDC49-2431-44A7-9E88-01190BAF5B19}">
      <dsp:nvSpPr>
        <dsp:cNvPr id="0" name=""/>
        <dsp:cNvSpPr/>
      </dsp:nvSpPr>
      <dsp:spPr>
        <a:xfrm>
          <a:off x="307816" y="1876173"/>
          <a:ext cx="4309426" cy="642414"/>
        </a:xfrm>
        <a:prstGeom prst="rect">
          <a:avLst/>
        </a:prstGeom>
        <a:solidFill>
          <a:schemeClr val="accent2"/>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2886" tIns="0" rIns="162886" bIns="0" numCol="1" spcCol="1270" anchor="ctr" anchorCtr="0">
          <a:noAutofit/>
        </a:bodyPr>
        <a:lstStyle/>
        <a:p>
          <a:pPr marL="0" lvl="0" indent="0" algn="l" defTabSz="1244600">
            <a:lnSpc>
              <a:spcPct val="90000"/>
            </a:lnSpc>
            <a:spcBef>
              <a:spcPct val="0"/>
            </a:spcBef>
            <a:spcAft>
              <a:spcPct val="35000"/>
            </a:spcAft>
            <a:buNone/>
          </a:pPr>
          <a:r>
            <a:rPr lang="en-ZA" sz="2800" kern="1200" dirty="0">
              <a:solidFill>
                <a:schemeClr val="tx1"/>
              </a:solidFill>
            </a:rPr>
            <a:t>We will cover these skills</a:t>
          </a:r>
          <a:endParaRPr lang="en-US" sz="2800" kern="1200" dirty="0">
            <a:solidFill>
              <a:schemeClr val="tx1"/>
            </a:solidFill>
          </a:endParaRPr>
        </a:p>
      </dsp:txBody>
      <dsp:txXfrm>
        <a:off x="307816" y="1876173"/>
        <a:ext cx="4309426" cy="64241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9A872F9-A5B8-4211-9FCD-79722E167124}">
      <dsp:nvSpPr>
        <dsp:cNvPr id="0" name=""/>
        <dsp:cNvSpPr/>
      </dsp:nvSpPr>
      <dsp:spPr>
        <a:xfrm>
          <a:off x="0" y="0"/>
          <a:ext cx="3286125" cy="4351338"/>
        </a:xfrm>
        <a:prstGeom prst="rect">
          <a:avLst/>
        </a:prstGeom>
        <a:gradFill rotWithShape="0">
          <a:gsLst>
            <a:gs pos="1000">
              <a:schemeClr val="tx1">
                <a:lumMod val="85000"/>
                <a:lumOff val="15000"/>
              </a:schemeClr>
            </a:gs>
            <a:gs pos="100000">
              <a:schemeClr val="accent2">
                <a:lumMod val="50000"/>
              </a:schemeClr>
            </a:gs>
          </a:gsLst>
          <a:lin ang="12600000" scaled="0"/>
        </a:gradFill>
        <a:ln w="12700" cap="flat" cmpd="sng" algn="ctr">
          <a:no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56199" tIns="330200" rIns="256199" bIns="330200" numCol="1" spcCol="1270" anchor="t" anchorCtr="0">
          <a:noAutofit/>
        </a:bodyPr>
        <a:lstStyle/>
        <a:p>
          <a:pPr marL="0" lvl="0" indent="0" algn="l" defTabSz="889000">
            <a:lnSpc>
              <a:spcPct val="90000"/>
            </a:lnSpc>
            <a:spcBef>
              <a:spcPct val="0"/>
            </a:spcBef>
            <a:spcAft>
              <a:spcPct val="35000"/>
            </a:spcAft>
            <a:buNone/>
          </a:pPr>
          <a:r>
            <a:rPr lang="en-US" sz="2000" kern="1200" dirty="0">
              <a:solidFill>
                <a:schemeClr val="bg1"/>
              </a:solidFill>
            </a:rPr>
            <a:t>Map. </a:t>
          </a:r>
          <a:br>
            <a:rPr lang="en-US" sz="1600" kern="1200" dirty="0">
              <a:solidFill>
                <a:schemeClr val="bg1"/>
              </a:solidFill>
            </a:rPr>
          </a:br>
          <a:r>
            <a:rPr lang="en-US" sz="1600" kern="1200" dirty="0">
              <a:solidFill>
                <a:schemeClr val="bg1"/>
              </a:solidFill>
            </a:rPr>
            <a:t>Lorem ipsum </a:t>
          </a:r>
          <a:r>
            <a:rPr lang="en-US" sz="1600" kern="1200" noProof="1">
              <a:solidFill>
                <a:schemeClr val="bg1"/>
              </a:solidFill>
            </a:rPr>
            <a:t>dolor sit amet, consectetur adipiscing elit. Etiam aliquet eu mi quis lacinia. Ut fermentum a magna ut eleifend. Integer convallis suscipit ante eu varius. </a:t>
          </a:r>
        </a:p>
      </dsp:txBody>
      <dsp:txXfrm>
        <a:off x="0" y="1653508"/>
        <a:ext cx="3286125" cy="2610802"/>
      </dsp:txXfrm>
    </dsp:sp>
    <dsp:sp modelId="{8157E768-0524-44F1-8F00-7DF53576D2D6}">
      <dsp:nvSpPr>
        <dsp:cNvPr id="0" name=""/>
        <dsp:cNvSpPr/>
      </dsp:nvSpPr>
      <dsp:spPr>
        <a:xfrm>
          <a:off x="990361" y="435133"/>
          <a:ext cx="1305401" cy="1305401"/>
        </a:xfrm>
        <a:prstGeom prst="rect">
          <a:avLst/>
        </a:prstGeom>
        <a:gradFill rotWithShape="0">
          <a:gsLst>
            <a:gs pos="0">
              <a:srgbClr val="000000">
                <a:lumMod val="75000"/>
                <a:lumOff val="25000"/>
              </a:srgbClr>
            </a:gs>
            <a:gs pos="15929">
              <a:srgbClr val="000000">
                <a:lumMod val="85000"/>
                <a:lumOff val="15000"/>
              </a:srgbClr>
            </a:gs>
            <a:gs pos="97000">
              <a:srgbClr val="000000">
                <a:lumMod val="85000"/>
                <a:lumOff val="15000"/>
              </a:srgbClr>
            </a:gs>
            <a:gs pos="100000">
              <a:srgbClr val="17B2D1">
                <a:lumMod val="75000"/>
              </a:srgbClr>
            </a:gs>
          </a:gsLst>
          <a:lin ang="10800000" scaled="0"/>
        </a:gra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774" tIns="12700" rIns="101774" bIns="12700" numCol="1" spcCol="1270" anchor="ctr" anchorCtr="0">
          <a:noAutofit/>
        </a:bodyPr>
        <a:lstStyle/>
        <a:p>
          <a:pPr marL="0" lvl="0" indent="0" algn="ctr" defTabSz="2133600">
            <a:lnSpc>
              <a:spcPct val="90000"/>
            </a:lnSpc>
            <a:spcBef>
              <a:spcPct val="0"/>
            </a:spcBef>
            <a:spcAft>
              <a:spcPct val="35000"/>
            </a:spcAft>
            <a:buNone/>
          </a:pPr>
          <a:endParaRPr lang="en-US" sz="4800" kern="1200" dirty="0"/>
        </a:p>
      </dsp:txBody>
      <dsp:txXfrm>
        <a:off x="990361" y="435133"/>
        <a:ext cx="1305401" cy="1305401"/>
      </dsp:txXfrm>
    </dsp:sp>
    <dsp:sp modelId="{676D607A-85D2-4EAF-B264-A9D94B61A4FF}">
      <dsp:nvSpPr>
        <dsp:cNvPr id="0" name=""/>
        <dsp:cNvSpPr/>
      </dsp:nvSpPr>
      <dsp:spPr>
        <a:xfrm>
          <a:off x="0" y="4351266"/>
          <a:ext cx="3286125" cy="72"/>
        </a:xfrm>
        <a:prstGeom prst="rect">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E95CEBE-1AD7-41D4-9CEE-5BA77CA8C01E}">
      <dsp:nvSpPr>
        <dsp:cNvPr id="0" name=""/>
        <dsp:cNvSpPr/>
      </dsp:nvSpPr>
      <dsp:spPr>
        <a:xfrm>
          <a:off x="3614737" y="0"/>
          <a:ext cx="3286125" cy="4351338"/>
        </a:xfrm>
        <a:prstGeom prst="rect">
          <a:avLst/>
        </a:prstGeom>
        <a:gradFill rotWithShape="0">
          <a:gsLst>
            <a:gs pos="1000">
              <a:srgbClr val="000000">
                <a:lumMod val="85000"/>
                <a:lumOff val="15000"/>
              </a:srgbClr>
            </a:gs>
            <a:gs pos="100000">
              <a:srgbClr val="17B2D1">
                <a:lumMod val="50000"/>
              </a:srgbClr>
            </a:gs>
          </a:gsLst>
          <a:lin ang="12600000" scaled="0"/>
        </a:gradFill>
        <a:ln w="12700" cap="flat" cmpd="sng" algn="ctr">
          <a:no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56199" tIns="330200" rIns="256199" bIns="330200" numCol="1" spcCol="1270" anchor="t" anchorCtr="0">
          <a:noAutofit/>
        </a:bodyPr>
        <a:lstStyle/>
        <a:p>
          <a:pPr marL="0" lvl="0" indent="0" algn="l" defTabSz="711200">
            <a:lnSpc>
              <a:spcPct val="90000"/>
            </a:lnSpc>
            <a:spcBef>
              <a:spcPct val="0"/>
            </a:spcBef>
            <a:spcAft>
              <a:spcPct val="35000"/>
            </a:spcAft>
            <a:buNone/>
          </a:pPr>
          <a:r>
            <a:rPr lang="en-US" sz="2000" kern="1200" dirty="0">
              <a:solidFill>
                <a:srgbClr val="FFFFFF"/>
              </a:solidFill>
              <a:latin typeface="Calibri"/>
              <a:ea typeface="+mn-ea"/>
              <a:cs typeface="+mn-cs"/>
            </a:rPr>
            <a:t>Road. </a:t>
          </a:r>
          <a:br>
            <a:rPr lang="en-US" sz="1600" kern="1200" dirty="0">
              <a:solidFill>
                <a:srgbClr val="FFFFFF"/>
              </a:solidFill>
              <a:latin typeface="Calibri"/>
              <a:ea typeface="+mn-ea"/>
              <a:cs typeface="+mn-cs"/>
            </a:rPr>
          </a:br>
          <a:r>
            <a:rPr lang="en-US" sz="1600" kern="1200" dirty="0">
              <a:solidFill>
                <a:srgbClr val="FFFFFF"/>
              </a:solidFill>
              <a:latin typeface="Calibri"/>
              <a:ea typeface="+mn-ea"/>
              <a:cs typeface="+mn-cs"/>
            </a:rPr>
            <a:t>Lorem ipsum </a:t>
          </a:r>
          <a:r>
            <a:rPr lang="en-US" sz="1600" kern="1200" noProof="1">
              <a:solidFill>
                <a:srgbClr val="FFFFFF"/>
              </a:solidFill>
              <a:latin typeface="Calibri"/>
              <a:ea typeface="+mn-ea"/>
              <a:cs typeface="+mn-cs"/>
            </a:rPr>
            <a:t>dolor sit amet, consectetur adipiscing elit. Etiam aliquet eu mi quis lacinia. </a:t>
          </a:r>
        </a:p>
        <a:p>
          <a:pPr marL="0" lvl="0" indent="0" algn="l" defTabSz="711200">
            <a:lnSpc>
              <a:spcPct val="90000"/>
            </a:lnSpc>
            <a:spcBef>
              <a:spcPct val="0"/>
            </a:spcBef>
            <a:spcAft>
              <a:spcPct val="35000"/>
            </a:spcAft>
            <a:buNone/>
          </a:pPr>
          <a:endParaRPr lang="en-US" sz="1600" kern="1200" dirty="0">
            <a:solidFill>
              <a:srgbClr val="FFFFFF"/>
            </a:solidFill>
            <a:latin typeface="Calibri"/>
            <a:ea typeface="+mn-ea"/>
            <a:cs typeface="+mn-cs"/>
          </a:endParaRPr>
        </a:p>
      </dsp:txBody>
      <dsp:txXfrm>
        <a:off x="3614737" y="1653508"/>
        <a:ext cx="3286125" cy="2610802"/>
      </dsp:txXfrm>
    </dsp:sp>
    <dsp:sp modelId="{AFA09309-0DCE-4477-82D3-AAF980A85A37}">
      <dsp:nvSpPr>
        <dsp:cNvPr id="0" name=""/>
        <dsp:cNvSpPr/>
      </dsp:nvSpPr>
      <dsp:spPr>
        <a:xfrm>
          <a:off x="4605099" y="435133"/>
          <a:ext cx="1305401" cy="1305401"/>
        </a:xfrm>
        <a:prstGeom prst="rect">
          <a:avLst/>
        </a:prstGeom>
        <a:gradFill rotWithShape="0">
          <a:gsLst>
            <a:gs pos="0">
              <a:srgbClr val="000000">
                <a:lumMod val="75000"/>
                <a:lumOff val="25000"/>
              </a:srgbClr>
            </a:gs>
            <a:gs pos="15929">
              <a:srgbClr val="000000">
                <a:lumMod val="85000"/>
                <a:lumOff val="15000"/>
              </a:srgbClr>
            </a:gs>
            <a:gs pos="97000">
              <a:srgbClr val="000000">
                <a:lumMod val="85000"/>
                <a:lumOff val="15000"/>
              </a:srgbClr>
            </a:gs>
            <a:gs pos="100000">
              <a:srgbClr val="17B2D1">
                <a:lumMod val="75000"/>
              </a:srgbClr>
            </a:gs>
          </a:gsLst>
          <a:lin ang="10800000" scaled="0"/>
        </a:gra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774" tIns="12700" rIns="101774" bIns="12700" numCol="1" spcCol="1270" anchor="ctr" anchorCtr="0">
          <a:noAutofit/>
        </a:bodyPr>
        <a:lstStyle/>
        <a:p>
          <a:pPr marL="0" lvl="0" indent="0" algn="ctr" defTabSz="2133600">
            <a:lnSpc>
              <a:spcPct val="90000"/>
            </a:lnSpc>
            <a:spcBef>
              <a:spcPct val="0"/>
            </a:spcBef>
            <a:spcAft>
              <a:spcPct val="35000"/>
            </a:spcAft>
            <a:buNone/>
          </a:pPr>
          <a:endParaRPr lang="en-US" sz="4800" kern="1200" dirty="0"/>
        </a:p>
      </dsp:txBody>
      <dsp:txXfrm>
        <a:off x="4605099" y="435133"/>
        <a:ext cx="1305401" cy="1305401"/>
      </dsp:txXfrm>
    </dsp:sp>
    <dsp:sp modelId="{70685E0F-5EC9-4D84-80D5-F2F78DC3CFFC}">
      <dsp:nvSpPr>
        <dsp:cNvPr id="0" name=""/>
        <dsp:cNvSpPr/>
      </dsp:nvSpPr>
      <dsp:spPr>
        <a:xfrm>
          <a:off x="3614737" y="4351266"/>
          <a:ext cx="3286125" cy="72"/>
        </a:xfrm>
        <a:prstGeom prst="rect">
          <a:avLst/>
        </a:prstGeom>
        <a:solidFill>
          <a:schemeClr val="accent5">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AF3868F-681F-4EF9-8B83-F3B0F354A4C4}">
      <dsp:nvSpPr>
        <dsp:cNvPr id="0" name=""/>
        <dsp:cNvSpPr/>
      </dsp:nvSpPr>
      <dsp:spPr>
        <a:xfrm>
          <a:off x="7229475" y="0"/>
          <a:ext cx="3286125" cy="4351338"/>
        </a:xfrm>
        <a:prstGeom prst="rect">
          <a:avLst/>
        </a:prstGeom>
        <a:gradFill rotWithShape="0">
          <a:gsLst>
            <a:gs pos="1000">
              <a:srgbClr val="000000">
                <a:lumMod val="85000"/>
                <a:lumOff val="15000"/>
              </a:srgbClr>
            </a:gs>
            <a:gs pos="100000">
              <a:srgbClr val="17B2D1">
                <a:lumMod val="50000"/>
              </a:srgbClr>
            </a:gs>
          </a:gsLst>
          <a:lin ang="12600000" scaled="0"/>
        </a:gradFill>
        <a:ln w="12700" cap="flat" cmpd="sng" algn="ctr">
          <a:no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56199" tIns="330200" rIns="256199" bIns="330200" numCol="1" spcCol="1270" anchor="t" anchorCtr="0">
          <a:noAutofit/>
        </a:bodyPr>
        <a:lstStyle/>
        <a:p>
          <a:pPr marL="0" lvl="0" indent="0" algn="l" defTabSz="711200">
            <a:lnSpc>
              <a:spcPct val="90000"/>
            </a:lnSpc>
            <a:spcBef>
              <a:spcPct val="0"/>
            </a:spcBef>
            <a:spcAft>
              <a:spcPct val="35000"/>
            </a:spcAft>
            <a:buNone/>
          </a:pPr>
          <a:r>
            <a:rPr lang="en-US" sz="2000" kern="1200" dirty="0">
              <a:solidFill>
                <a:srgbClr val="FFFFFF"/>
              </a:solidFill>
              <a:latin typeface="Calibri"/>
              <a:ea typeface="+mn-ea"/>
              <a:cs typeface="+mn-cs"/>
            </a:rPr>
            <a:t>Mountain. </a:t>
          </a:r>
          <a:br>
            <a:rPr lang="en-US" sz="1600" kern="1200" dirty="0">
              <a:solidFill>
                <a:srgbClr val="FFFFFF"/>
              </a:solidFill>
              <a:latin typeface="Calibri"/>
              <a:ea typeface="+mn-ea"/>
              <a:cs typeface="+mn-cs"/>
            </a:rPr>
          </a:br>
          <a:r>
            <a:rPr lang="en-US" sz="1600" kern="1200" dirty="0">
              <a:solidFill>
                <a:srgbClr val="FFFFFF"/>
              </a:solidFill>
              <a:latin typeface="Calibri"/>
              <a:ea typeface="+mn-ea"/>
              <a:cs typeface="+mn-cs"/>
            </a:rPr>
            <a:t>Lorem ipsum </a:t>
          </a:r>
          <a:r>
            <a:rPr lang="en-US" sz="1600" kern="1200" noProof="1">
              <a:solidFill>
                <a:srgbClr val="FFFFFF"/>
              </a:solidFill>
              <a:latin typeface="Calibri"/>
              <a:ea typeface="+mn-ea"/>
              <a:cs typeface="+mn-cs"/>
            </a:rPr>
            <a:t>dolor sit amet, consectetur adipiscing elit. Etiam aliquet eu mi quis lacinia. Integer convallis suscipit ante eu varius. </a:t>
          </a:r>
        </a:p>
        <a:p>
          <a:pPr marL="0" lvl="0" indent="0" algn="l" defTabSz="711200">
            <a:lnSpc>
              <a:spcPct val="90000"/>
            </a:lnSpc>
            <a:spcBef>
              <a:spcPct val="0"/>
            </a:spcBef>
            <a:spcAft>
              <a:spcPct val="35000"/>
            </a:spcAft>
            <a:buNone/>
          </a:pPr>
          <a:endParaRPr lang="en-US" sz="1600" kern="1200" dirty="0">
            <a:solidFill>
              <a:srgbClr val="FFFFFF"/>
            </a:solidFill>
            <a:latin typeface="Calibri"/>
            <a:ea typeface="+mn-ea"/>
            <a:cs typeface="+mn-cs"/>
          </a:endParaRPr>
        </a:p>
      </dsp:txBody>
      <dsp:txXfrm>
        <a:off x="7229475" y="1653508"/>
        <a:ext cx="3286125" cy="2610802"/>
      </dsp:txXfrm>
    </dsp:sp>
    <dsp:sp modelId="{9718E67E-2C8C-4093-AB5F-E3BEFAAEA31B}">
      <dsp:nvSpPr>
        <dsp:cNvPr id="0" name=""/>
        <dsp:cNvSpPr/>
      </dsp:nvSpPr>
      <dsp:spPr>
        <a:xfrm>
          <a:off x="8219836" y="435133"/>
          <a:ext cx="1305401" cy="1305401"/>
        </a:xfrm>
        <a:prstGeom prst="rect">
          <a:avLst/>
        </a:prstGeom>
        <a:gradFill rotWithShape="0">
          <a:gsLst>
            <a:gs pos="0">
              <a:srgbClr val="000000">
                <a:lumMod val="75000"/>
                <a:lumOff val="25000"/>
              </a:srgbClr>
            </a:gs>
            <a:gs pos="15929">
              <a:srgbClr val="000000">
                <a:lumMod val="85000"/>
                <a:lumOff val="15000"/>
              </a:srgbClr>
            </a:gs>
            <a:gs pos="97000">
              <a:srgbClr val="000000">
                <a:lumMod val="85000"/>
                <a:lumOff val="15000"/>
              </a:srgbClr>
            </a:gs>
            <a:gs pos="100000">
              <a:srgbClr val="17B2D1">
                <a:lumMod val="75000"/>
              </a:srgbClr>
            </a:gs>
          </a:gsLst>
          <a:lin ang="10800000" scaled="0"/>
        </a:gra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774" tIns="12700" rIns="101774" bIns="12700" numCol="1" spcCol="1270" anchor="ctr" anchorCtr="0">
          <a:noAutofit/>
        </a:bodyPr>
        <a:lstStyle/>
        <a:p>
          <a:pPr marL="0" lvl="0" indent="0" algn="ctr" defTabSz="2133600">
            <a:lnSpc>
              <a:spcPct val="90000"/>
            </a:lnSpc>
            <a:spcBef>
              <a:spcPct val="0"/>
            </a:spcBef>
            <a:spcAft>
              <a:spcPct val="35000"/>
            </a:spcAft>
            <a:buNone/>
          </a:pPr>
          <a:endParaRPr lang="en-US" sz="4800" kern="1200" dirty="0"/>
        </a:p>
      </dsp:txBody>
      <dsp:txXfrm>
        <a:off x="8219836" y="435133"/>
        <a:ext cx="1305401" cy="1305401"/>
      </dsp:txXfrm>
    </dsp:sp>
    <dsp:sp modelId="{13CAC05E-7817-4F00-94BF-9DC0F20DF1D8}">
      <dsp:nvSpPr>
        <dsp:cNvPr id="0" name=""/>
        <dsp:cNvSpPr/>
      </dsp:nvSpPr>
      <dsp:spPr>
        <a:xfrm>
          <a:off x="7229475" y="4351266"/>
          <a:ext cx="3286125" cy="72"/>
        </a:xfrm>
        <a:prstGeom prst="rect">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16/7/layout/LinProcess3">
  <dgm:title val="Basic Linear Process"/>
  <dgm:desc val=""/>
  <dgm:catLst>
    <dgm:cat type="list" pri="500"/>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Lst>
      <dgm:cxnLst>
        <dgm:cxn modelId="4" srcId="0" destId="1" srcOrd="0" destOrd="0"/>
        <dgm:cxn modelId="5" srcId="0" destId="2" srcOrd="1" destOrd="0"/>
        <dgm:cxn modelId="6" srcId="0" destId="3" srcOrd="2" destOrd="0"/>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animLvl val="lvl"/>
      <dgm:resizeHandles val="exact"/>
    </dgm:varLst>
    <dgm:alg type="lin">
      <dgm:param type="linDir" val="fromL"/>
      <dgm:param type="nodeVertAlign" val="t"/>
    </dgm:alg>
    <dgm:shape xmlns:r="http://schemas.openxmlformats.org/officeDocument/2006/relationships" r:blip="">
      <dgm:adjLst/>
    </dgm:shape>
    <dgm:presOf/>
    <dgm:constrLst>
      <dgm:constr type="h" for="ch" forName="compositeNode" refType="h"/>
      <dgm:constr type="w" for="ch" forName="compositeNode" refType="w"/>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1"/>
      <dgm:constr type="primFontSz" for="des" forName="sibTransNodeCircle" op="equ"/>
      <dgm:constr type="primFontSz" for="des" forName="nodeText" op="equ"/>
      <dgm:constr type="h" for="des" forName="sibTransNodeCircle" op="equ"/>
      <dgm:constr type="w" for="des" forName="sibTransNodeCircle" op="equ"/>
    </dgm:constrLst>
    <dgm:ruleLst>
      <dgm:rule type="h" val="NaN" fact="1.2" max="NaN"/>
    </dgm:ruleLst>
    <dgm:forEach name="Name4" axis="ch" ptType="node">
      <dgm:layoutNode name="compositeNode">
        <dgm:varLst>
          <dgm:bulletEnabled val="1"/>
        </dgm:varLst>
        <dgm:alg type="composite"/>
        <dgm:constrLst>
          <dgm:constr type="h" refType="w" op="lte" fact="1.4"/>
          <dgm:constr type="w" for="ch" forName="bgRect" refType="w"/>
          <dgm:constr type="h" for="ch" forName="bgRect" refType="h"/>
          <dgm:constr type="t" for="ch" forName="bgRect"/>
          <dgm:constr type="l" for="ch" forName="bgRect"/>
          <dgm:constr type="h" for="ch" forName="sibTransNodeCircle" refType="h" refFor="ch" refForName="bgRect" fact="0.3"/>
          <dgm:constr type="w" for="ch" forName="sibTransNodeCircle" refType="h" refFor="ch" refForName="sibTransNodeCircle"/>
          <dgm:constr type="ctrX" for="ch" forName="sibTransNodeCircle" refType="w" fact="0.5"/>
          <dgm:constr type="ctrY" for="ch" forName="sibTransNodeCircle" refType="h" fact="0.25"/>
          <dgm:constr type="r" for="ch" forName="nodeText" refType="r" refFor="ch" refForName="bgRect"/>
          <dgm:constr type="h" for="ch" forName="nodeText" refType="h" refFor="ch" refForName="bgRect" fact="0.6"/>
          <dgm:constr type="t" for="ch" forName="nodeText" refType="h" refFor="ch" refForName="bgRect" fact="0.38"/>
          <dgm:constr type="b" for="ch" forName="bottomLine" refType="b" refFor="ch" refForName="bgRect"/>
          <dgm:constr type="w" for="ch" forName="bottomLine" refType="w" refFor="ch" refForName="bgRect"/>
          <dgm:constr type="h" for="ch" forName="bottomLine" val="0.002"/>
        </dgm:constrLst>
        <dgm:ruleLst/>
        <dgm:layoutNode name="bgRect" styleLbl="bgAccFollowNode1">
          <dgm:alg type="sp"/>
          <dgm:shape xmlns:r="http://schemas.openxmlformats.org/officeDocument/2006/relationships" type="rect" r:blip="">
            <dgm:adjLst/>
          </dgm:shape>
          <dgm:presOf axis="self"/>
          <dgm:constrLst/>
          <dgm:ruleLst/>
        </dgm:layoutNode>
        <dgm:forEach name="Name19" axis="followSib" ptType="sibTrans" hideLastTrans="0" cnt="1">
          <dgm:layoutNode name="sibTransNodeCircle" styleLbl="alignNode1">
            <dgm:varLst>
              <dgm:chMax val="0"/>
              <dgm:bulletEnabled/>
            </dgm:varLst>
            <dgm:presOf axis="self" ptType="sibTrans"/>
            <dgm:alg type="tx">
              <dgm:param type="txAnchorVert" val="mid"/>
              <dgm:param type="txAnchorHorzCh" val="ctr"/>
            </dgm:alg>
            <dgm:shape xmlns:r="http://schemas.openxmlformats.org/officeDocument/2006/relationships" type="ellipse" r:blip="">
              <dgm:adjLst/>
            </dgm:shape>
            <dgm:constrLst>
              <dgm:constr type="w" refType="h" op="lte"/>
              <dgm:constr type="primFontSz" val="48"/>
              <dgm:constr type="tMarg" val="1"/>
              <dgm:constr type="lMarg" refType="w" fact="0.221"/>
              <dgm:constr type="rMarg" refType="w" fact="0.221"/>
              <dgm:constr type="bMarg" val="1"/>
            </dgm:constrLst>
            <dgm:ruleLst>
              <dgm:rule type="primFontSz" val="14" fact="NaN" max="NaN"/>
            </dgm:ruleLst>
          </dgm:layoutNode>
        </dgm:forEach>
        <dgm:layoutNode name="bottomLine" styleLbl="alignNode1">
          <dgm:varLst/>
          <dgm:presOf/>
          <dgm:alg type="sp"/>
          <dgm:shape xmlns:r="http://schemas.openxmlformats.org/officeDocument/2006/relationships" type="rect" r:blip="">
            <dgm:adjLst/>
          </dgm:shape>
          <dgm:constrLst/>
          <dgm:ruleLst/>
        </dgm:layoutNode>
        <dgm:layoutNode name="nodeText" styleLbl="bgAccFollowNode1" moveWith="bgRect">
          <dgm:varLst>
            <dgm:bulletEnabled val="1"/>
          </dgm:varLst>
          <dgm:alg type="tx">
            <dgm:param type="parTxLTRAlign" val="l"/>
            <dgm:param type="parTxRTLAlign" val="r"/>
            <dgm:param type="txAnchorVert" val="t"/>
          </dgm:alg>
          <dgm:shape xmlns:r="http://schemas.openxmlformats.org/officeDocument/2006/relationships" type="rect" r:blip="" zOrderOff="-1" hideGeom="1">
            <dgm:adjLst/>
          </dgm:shape>
          <dgm:presOf axis="desOrSelf" ptType="node"/>
          <dgm:constrLst>
            <dgm:constr type="primFontSz" val="26"/>
            <dgm:constr type="tMarg" val="26"/>
            <dgm:constr type="lMarg" refType="w" fact="0.221"/>
            <dgm:constr type="rMarg" refType="w" fact="0.221"/>
            <dgm:constr type="bMarg" val="26"/>
          </dgm:constrLst>
          <dgm:ruleLst>
            <dgm:rule type="primFontSz" val="11" fact="NaN" max="NaN"/>
          </dgm:ruleLst>
        </dgm:layoutNode>
      </dgm:layoutNode>
      <dgm:forEach name="Name1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BC10188-DC2C-458D-AB41-143A0BE9A310}"/>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C9634E15-7196-43FC-B912-C4D8B4A2CE79}"/>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8416927-5E9C-4E77-85FE-EE4C81C1DE39}" type="datetimeFigureOut">
              <a:rPr lang="en-US" smtClean="0"/>
              <a:t>4/25/2026</a:t>
            </a:fld>
            <a:endParaRPr lang="en-US" dirty="0"/>
          </a:p>
        </p:txBody>
      </p:sp>
      <p:sp>
        <p:nvSpPr>
          <p:cNvPr id="4" name="Footer Placeholder 3">
            <a:extLst>
              <a:ext uri="{FF2B5EF4-FFF2-40B4-BE49-F238E27FC236}">
                <a16:creationId xmlns:a16="http://schemas.microsoft.com/office/drawing/2014/main" id="{89EA2570-D5B6-41CB-96C2-FFC9944668E5}"/>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15C31B37-7A69-4C30-9B63-29F8242FC24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389B6C8-888A-401B-9F9B-D41D36B6C3E9}" type="slidenum">
              <a:rPr lang="en-US" smtClean="0"/>
              <a:t>‹#›</a:t>
            </a:fld>
            <a:endParaRPr lang="en-US" dirty="0"/>
          </a:p>
        </p:txBody>
      </p:sp>
    </p:spTree>
    <p:extLst>
      <p:ext uri="{BB962C8B-B14F-4D97-AF65-F5344CB8AC3E}">
        <p14:creationId xmlns:p14="http://schemas.microsoft.com/office/powerpoint/2010/main" val="241310006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A798B7E-6604-4F74-86DB-B30627D56244}" type="datetimeFigureOut">
              <a:rPr lang="en-US" smtClean="0"/>
              <a:t>4/25/2026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3F28A1F-3E69-47E5-AE93-E7F2155A242D}" type="slidenum">
              <a:rPr lang="en-US" smtClean="0"/>
              <a:t>‹#›</a:t>
            </a:fld>
            <a:endParaRPr lang="en-US" dirty="0"/>
          </a:p>
        </p:txBody>
      </p:sp>
    </p:spTree>
    <p:extLst>
      <p:ext uri="{BB962C8B-B14F-4D97-AF65-F5344CB8AC3E}">
        <p14:creationId xmlns:p14="http://schemas.microsoft.com/office/powerpoint/2010/main" val="20759332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1.xml"/></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798B13-3B32-4354-B2B5-3165F2F6E65F}"/>
              </a:ext>
            </a:extLst>
          </p:cNvPr>
          <p:cNvSpPr>
            <a:spLocks noGrp="1"/>
          </p:cNvSpPr>
          <p:nvPr>
            <p:ph type="title"/>
          </p:nvPr>
        </p:nvSpPr>
        <p:spPr>
          <a:xfrm>
            <a:off x="7873611" y="1676409"/>
            <a:ext cx="3923999" cy="2436592"/>
          </a:xfrm>
        </p:spPr>
        <p:txBody>
          <a:bodyPr lIns="0" tIns="0" rIns="0" bIns="0" anchor="b">
            <a:noAutofit/>
          </a:bodyPr>
          <a:lstStyle>
            <a:lvl1pPr>
              <a:lnSpc>
                <a:spcPct val="70000"/>
              </a:lnSpc>
              <a:defRPr sz="7200" spc="-300"/>
            </a:lvl1pPr>
          </a:lstStyle>
          <a:p>
            <a:r>
              <a:rPr lang="en-US"/>
              <a:t>Click to edit Master title style</a:t>
            </a:r>
            <a:endParaRPr lang="en-US" dirty="0"/>
          </a:p>
        </p:txBody>
      </p:sp>
      <p:sp>
        <p:nvSpPr>
          <p:cNvPr id="4" name="Text Placeholder 3">
            <a:extLst>
              <a:ext uri="{FF2B5EF4-FFF2-40B4-BE49-F238E27FC236}">
                <a16:creationId xmlns:a16="http://schemas.microsoft.com/office/drawing/2014/main" id="{16BB88CF-DF4F-4857-8602-72BCF5DDCDA1}"/>
              </a:ext>
            </a:extLst>
          </p:cNvPr>
          <p:cNvSpPr>
            <a:spLocks noGrp="1"/>
          </p:cNvSpPr>
          <p:nvPr>
            <p:ph type="body" sz="half" idx="2" hasCustomPrompt="1"/>
          </p:nvPr>
        </p:nvSpPr>
        <p:spPr>
          <a:xfrm>
            <a:off x="7873612" y="4611901"/>
            <a:ext cx="3924000" cy="684000"/>
          </a:xfrm>
        </p:spPr>
        <p:txBody>
          <a:bodyPr lIns="0" tIns="0" rIns="0" bIns="0"/>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A7EEBB7C-1679-4665-8688-1FA973E73DC1}"/>
              </a:ext>
            </a:extLst>
          </p:cNvPr>
          <p:cNvCxnSpPr/>
          <p:nvPr userDrawn="1"/>
        </p:nvCxnSpPr>
        <p:spPr>
          <a:xfrm>
            <a:off x="7874732" y="4373775"/>
            <a:ext cx="3924000" cy="0"/>
          </a:xfrm>
          <a:prstGeom prst="line">
            <a:avLst/>
          </a:prstGeom>
          <a:ln w="63500">
            <a:gradFill>
              <a:gsLst>
                <a:gs pos="0">
                  <a:schemeClr val="accent2"/>
                </a:gs>
                <a:gs pos="100000">
                  <a:schemeClr val="accent2">
                    <a:lumMod val="50000"/>
                  </a:schemeClr>
                </a:gs>
              </a:gsLst>
              <a:lin ang="0" scaled="0"/>
            </a:gradFill>
            <a:round/>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F1E3214F-3A93-4A1C-920D-D86BE35A58FB}"/>
              </a:ext>
            </a:extLst>
          </p:cNvPr>
          <p:cNvSpPr/>
          <p:nvPr userDrawn="1"/>
        </p:nvSpPr>
        <p:spPr>
          <a:xfrm>
            <a:off x="0" y="1"/>
            <a:ext cx="7512000" cy="6721472"/>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Slide Number Placeholder 2">
            <a:extLst>
              <a:ext uri="{FF2B5EF4-FFF2-40B4-BE49-F238E27FC236}">
                <a16:creationId xmlns:a16="http://schemas.microsoft.com/office/drawing/2014/main" id="{213E97E5-C83B-444A-8C07-35D699E7C342}"/>
              </a:ext>
            </a:extLst>
          </p:cNvPr>
          <p:cNvSpPr>
            <a:spLocks noGrp="1"/>
          </p:cNvSpPr>
          <p:nvPr>
            <p:ph type="sldNum" sz="quarter" idx="10"/>
          </p:nvPr>
        </p:nvSpPr>
        <p:spPr/>
        <p:txBody>
          <a:bodyPr/>
          <a:lstStyle/>
          <a:p>
            <a:r>
              <a:rPr lang="en-US" dirty="0"/>
              <a:t>PAGE </a:t>
            </a:r>
            <a:fld id="{4A9B5881-4007-4345-955A-79C2656F0C49}" type="slidenum">
              <a:rPr lang="en-US" smtClean="0"/>
              <a:pPr/>
              <a:t>‹#›</a:t>
            </a:fld>
            <a:endParaRPr lang="en-US" dirty="0"/>
          </a:p>
        </p:txBody>
      </p:sp>
    </p:spTree>
    <p:extLst>
      <p:ext uri="{BB962C8B-B14F-4D97-AF65-F5344CB8AC3E}">
        <p14:creationId xmlns:p14="http://schemas.microsoft.com/office/powerpoint/2010/main" val="22265322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798B13-3B32-4354-B2B5-3165F2F6E65F}"/>
              </a:ext>
            </a:extLst>
          </p:cNvPr>
          <p:cNvSpPr>
            <a:spLocks noGrp="1"/>
          </p:cNvSpPr>
          <p:nvPr>
            <p:ph type="title"/>
          </p:nvPr>
        </p:nvSpPr>
        <p:spPr>
          <a:xfrm>
            <a:off x="7873611" y="1676409"/>
            <a:ext cx="3923999" cy="2436592"/>
          </a:xfrm>
        </p:spPr>
        <p:txBody>
          <a:bodyPr lIns="0" tIns="0" rIns="0" bIns="0" anchor="b">
            <a:noAutofit/>
          </a:bodyPr>
          <a:lstStyle>
            <a:lvl1pPr>
              <a:lnSpc>
                <a:spcPct val="70000"/>
              </a:lnSpc>
              <a:defRPr sz="7200" spc="-300"/>
            </a:lvl1pPr>
          </a:lstStyle>
          <a:p>
            <a:r>
              <a:rPr lang="en-US"/>
              <a:t>Click to edit Master title style</a:t>
            </a:r>
            <a:endParaRPr lang="en-US" dirty="0"/>
          </a:p>
        </p:txBody>
      </p:sp>
      <p:sp>
        <p:nvSpPr>
          <p:cNvPr id="4" name="Text Placeholder 3">
            <a:extLst>
              <a:ext uri="{FF2B5EF4-FFF2-40B4-BE49-F238E27FC236}">
                <a16:creationId xmlns:a16="http://schemas.microsoft.com/office/drawing/2014/main" id="{16BB88CF-DF4F-4857-8602-72BCF5DDCDA1}"/>
              </a:ext>
            </a:extLst>
          </p:cNvPr>
          <p:cNvSpPr>
            <a:spLocks noGrp="1"/>
          </p:cNvSpPr>
          <p:nvPr>
            <p:ph type="body" sz="half" idx="2" hasCustomPrompt="1"/>
          </p:nvPr>
        </p:nvSpPr>
        <p:spPr>
          <a:xfrm>
            <a:off x="7873612" y="4611901"/>
            <a:ext cx="3924000" cy="684000"/>
          </a:xfrm>
        </p:spPr>
        <p:txBody>
          <a:bodyPr lIns="0" tIns="0" rIns="0" bIns="0"/>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A7EEBB7C-1679-4665-8688-1FA973E73DC1}"/>
              </a:ext>
            </a:extLst>
          </p:cNvPr>
          <p:cNvCxnSpPr/>
          <p:nvPr userDrawn="1"/>
        </p:nvCxnSpPr>
        <p:spPr>
          <a:xfrm>
            <a:off x="7874732" y="4373775"/>
            <a:ext cx="3924000" cy="0"/>
          </a:xfrm>
          <a:prstGeom prst="line">
            <a:avLst/>
          </a:prstGeom>
          <a:ln w="63500">
            <a:gradFill>
              <a:gsLst>
                <a:gs pos="0">
                  <a:schemeClr val="accent2"/>
                </a:gs>
                <a:gs pos="100000">
                  <a:schemeClr val="accent2">
                    <a:lumMod val="50000"/>
                  </a:schemeClr>
                </a:gs>
              </a:gsLst>
              <a:lin ang="0" scaled="0"/>
            </a:gradFill>
            <a:round/>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F1E3214F-3A93-4A1C-920D-D86BE35A58FB}"/>
              </a:ext>
            </a:extLst>
          </p:cNvPr>
          <p:cNvSpPr/>
          <p:nvPr userDrawn="1"/>
        </p:nvSpPr>
        <p:spPr>
          <a:xfrm>
            <a:off x="0" y="1"/>
            <a:ext cx="7512000" cy="6721472"/>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Slide Number Placeholder 2">
            <a:extLst>
              <a:ext uri="{FF2B5EF4-FFF2-40B4-BE49-F238E27FC236}">
                <a16:creationId xmlns:a16="http://schemas.microsoft.com/office/drawing/2014/main" id="{213E97E5-C83B-444A-8C07-35D699E7C342}"/>
              </a:ext>
            </a:extLst>
          </p:cNvPr>
          <p:cNvSpPr>
            <a:spLocks noGrp="1"/>
          </p:cNvSpPr>
          <p:nvPr>
            <p:ph type="sldNum" sz="quarter" idx="10"/>
          </p:nvPr>
        </p:nvSpPr>
        <p:spPr/>
        <p:txBody>
          <a:bodyPr/>
          <a:lstStyle/>
          <a:p>
            <a:r>
              <a:rPr lang="en-US" dirty="0"/>
              <a:t>PAGE </a:t>
            </a:r>
            <a:fld id="{4A9B5881-4007-4345-955A-79C2656F0C49}" type="slidenum">
              <a:rPr lang="en-US" smtClean="0"/>
              <a:pPr/>
              <a:t>‹#›</a:t>
            </a:fld>
            <a:endParaRPr lang="en-US" dirty="0"/>
          </a:p>
        </p:txBody>
      </p:sp>
      <p:sp>
        <p:nvSpPr>
          <p:cNvPr id="8" name="Picture Placeholder 2">
            <a:extLst>
              <a:ext uri="{FF2B5EF4-FFF2-40B4-BE49-F238E27FC236}">
                <a16:creationId xmlns:a16="http://schemas.microsoft.com/office/drawing/2014/main" id="{2641ECAC-0557-4843-8433-067E4414E2F5}"/>
              </a:ext>
            </a:extLst>
          </p:cNvPr>
          <p:cNvSpPr>
            <a:spLocks noGrp="1"/>
          </p:cNvSpPr>
          <p:nvPr>
            <p:ph type="pic" idx="1" hasCustomPrompt="1"/>
          </p:nvPr>
        </p:nvSpPr>
        <p:spPr>
          <a:xfrm>
            <a:off x="-1" y="0"/>
            <a:ext cx="7512001" cy="6727855"/>
          </a:xfrm>
          <a:solidFill>
            <a:schemeClr val="tx1">
              <a:lumMod val="85000"/>
              <a:lumOff val="15000"/>
            </a:schemeClr>
          </a:solidFill>
        </p:spPr>
        <p:txBody>
          <a:bodyPr anchor="ctr">
            <a:normAutofit/>
          </a:bodyPr>
          <a:lstStyle>
            <a:lvl1pPr marL="0" indent="0" algn="ctr">
              <a:buNone/>
              <a:defRPr sz="1400" i="1"/>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Your Picture Here</a:t>
            </a:r>
          </a:p>
        </p:txBody>
      </p:sp>
    </p:spTree>
    <p:extLst>
      <p:ext uri="{BB962C8B-B14F-4D97-AF65-F5344CB8AC3E}">
        <p14:creationId xmlns:p14="http://schemas.microsoft.com/office/powerpoint/2010/main" val="33943833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chemeClr val="tx1">
            <a:lumMod val="95000"/>
            <a:lumOff val="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91AD08-4E28-4191-9B62-EAD61608E5CF}"/>
              </a:ext>
            </a:extLst>
          </p:cNvPr>
          <p:cNvSpPr>
            <a:spLocks noGrp="1"/>
          </p:cNvSpPr>
          <p:nvPr>
            <p:ph type="title"/>
          </p:nvPr>
        </p:nvSpPr>
        <p:spPr>
          <a:xfrm>
            <a:off x="838200" y="611076"/>
            <a:ext cx="6273800" cy="833663"/>
          </a:xfrm>
          <a:solidFill>
            <a:schemeClr val="accent2">
              <a:lumMod val="50000"/>
            </a:schemeClr>
          </a:solidFill>
        </p:spPr>
        <p:txBody>
          <a:bodyPr tIns="108000" bIns="108000">
            <a:spAutoFit/>
          </a:bodyPr>
          <a:lstStyle>
            <a:lvl1pPr>
              <a:lnSpc>
                <a:spcPct val="100000"/>
              </a:lnSpc>
              <a:defRPr sz="4000"/>
            </a:lvl1pPr>
          </a:lstStyle>
          <a:p>
            <a:r>
              <a:rPr lang="en-US"/>
              <a:t>Click to edit Master title style</a:t>
            </a:r>
          </a:p>
        </p:txBody>
      </p:sp>
      <p:sp>
        <p:nvSpPr>
          <p:cNvPr id="3" name="Content Placeholder 2">
            <a:extLst>
              <a:ext uri="{FF2B5EF4-FFF2-40B4-BE49-F238E27FC236}">
                <a16:creationId xmlns:a16="http://schemas.microsoft.com/office/drawing/2014/main" id="{90BF853D-76DB-46F3-AF6C-1E77C8E06AA9}"/>
              </a:ext>
            </a:extLst>
          </p:cNvPr>
          <p:cNvSpPr>
            <a:spLocks noGrp="1"/>
          </p:cNvSpPr>
          <p:nvPr>
            <p:ph idx="1"/>
          </p:nvPr>
        </p:nvSpPr>
        <p:spPr>
          <a:xfrm>
            <a:off x="838200" y="1825625"/>
            <a:ext cx="6273800" cy="4351338"/>
          </a:xfrm>
        </p:spPr>
        <p:txBody>
          <a:bodyP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Slide Number Placeholder 3">
            <a:extLst>
              <a:ext uri="{FF2B5EF4-FFF2-40B4-BE49-F238E27FC236}">
                <a16:creationId xmlns:a16="http://schemas.microsoft.com/office/drawing/2014/main" id="{0660D61A-B9FD-4DFF-AC42-4069DAFE238C}"/>
              </a:ext>
            </a:extLst>
          </p:cNvPr>
          <p:cNvSpPr>
            <a:spLocks noGrp="1"/>
          </p:cNvSpPr>
          <p:nvPr>
            <p:ph type="sldNum" sz="quarter" idx="10"/>
          </p:nvPr>
        </p:nvSpPr>
        <p:spPr/>
        <p:txBody>
          <a:bodyPr/>
          <a:lstStyle/>
          <a:p>
            <a:r>
              <a:rPr lang="en-US" dirty="0"/>
              <a:t>PAGE </a:t>
            </a:r>
            <a:fld id="{4A9B5881-4007-4345-955A-79C2656F0C49}" type="slidenum">
              <a:rPr lang="en-US" smtClean="0"/>
              <a:pPr/>
              <a:t>‹#›</a:t>
            </a:fld>
            <a:endParaRPr lang="en-US" dirty="0"/>
          </a:p>
        </p:txBody>
      </p:sp>
    </p:spTree>
    <p:extLst>
      <p:ext uri="{BB962C8B-B14F-4D97-AF65-F5344CB8AC3E}">
        <p14:creationId xmlns:p14="http://schemas.microsoft.com/office/powerpoint/2010/main" val="3839236654"/>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Wide">
    <p:bg>
      <p:bgPr>
        <a:solidFill>
          <a:schemeClr val="tx1">
            <a:lumMod val="95000"/>
            <a:lumOff val="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91AD08-4E28-4191-9B62-EAD61608E5CF}"/>
              </a:ext>
            </a:extLst>
          </p:cNvPr>
          <p:cNvSpPr>
            <a:spLocks noGrp="1"/>
          </p:cNvSpPr>
          <p:nvPr>
            <p:ph type="title"/>
          </p:nvPr>
        </p:nvSpPr>
        <p:spPr>
          <a:xfrm>
            <a:off x="838200" y="611077"/>
            <a:ext cx="6273800" cy="833663"/>
          </a:xfrm>
          <a:solidFill>
            <a:schemeClr val="accent2">
              <a:lumMod val="50000"/>
            </a:schemeClr>
          </a:solidFill>
        </p:spPr>
        <p:txBody>
          <a:bodyPr vert="horz" lIns="91440" tIns="108000" rIns="91440" bIns="108000" rtlCol="0" anchor="ctr">
            <a:spAutoFit/>
          </a:bodyPr>
          <a:lstStyle>
            <a:lvl1pPr>
              <a:defRPr lang="en-US" sz="4000"/>
            </a:lvl1pPr>
          </a:lstStyle>
          <a:p>
            <a:pPr lvl="0">
              <a:lnSpc>
                <a:spcPct val="100000"/>
              </a:lnSpc>
            </a:pPr>
            <a:r>
              <a:rPr lang="en-US"/>
              <a:t>Click to edit Master title style</a:t>
            </a:r>
            <a:endParaRPr lang="en-US" dirty="0"/>
          </a:p>
        </p:txBody>
      </p:sp>
      <p:sp>
        <p:nvSpPr>
          <p:cNvPr id="3" name="Content Placeholder 2">
            <a:extLst>
              <a:ext uri="{FF2B5EF4-FFF2-40B4-BE49-F238E27FC236}">
                <a16:creationId xmlns:a16="http://schemas.microsoft.com/office/drawing/2014/main" id="{90BF853D-76DB-46F3-AF6C-1E77C8E06AA9}"/>
              </a:ext>
            </a:extLst>
          </p:cNvPr>
          <p:cNvSpPr>
            <a:spLocks noGrp="1"/>
          </p:cNvSpPr>
          <p:nvPr>
            <p:ph idx="1"/>
          </p:nvPr>
        </p:nvSpPr>
        <p:spPr>
          <a:xfrm>
            <a:off x="838200" y="1825625"/>
            <a:ext cx="10515600" cy="4351338"/>
          </a:xfrm>
        </p:spPr>
        <p:txBody>
          <a:bodyP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Slide Number Placeholder 3">
            <a:extLst>
              <a:ext uri="{FF2B5EF4-FFF2-40B4-BE49-F238E27FC236}">
                <a16:creationId xmlns:a16="http://schemas.microsoft.com/office/drawing/2014/main" id="{0660D61A-B9FD-4DFF-AC42-4069DAFE238C}"/>
              </a:ext>
            </a:extLst>
          </p:cNvPr>
          <p:cNvSpPr>
            <a:spLocks noGrp="1"/>
          </p:cNvSpPr>
          <p:nvPr>
            <p:ph type="sldNum" sz="quarter" idx="10"/>
          </p:nvPr>
        </p:nvSpPr>
        <p:spPr/>
        <p:txBody>
          <a:bodyPr/>
          <a:lstStyle/>
          <a:p>
            <a:r>
              <a:rPr lang="en-US" dirty="0"/>
              <a:t>PAGE </a:t>
            </a:r>
            <a:fld id="{4A9B5881-4007-4345-955A-79C2656F0C49}" type="slidenum">
              <a:rPr lang="en-US" smtClean="0"/>
              <a:pPr/>
              <a:t>‹#›</a:t>
            </a:fld>
            <a:endParaRPr lang="en-US" dirty="0"/>
          </a:p>
        </p:txBody>
      </p:sp>
    </p:spTree>
    <p:extLst>
      <p:ext uri="{BB962C8B-B14F-4D97-AF65-F5344CB8AC3E}">
        <p14:creationId xmlns:p14="http://schemas.microsoft.com/office/powerpoint/2010/main" val="1594571051"/>
      </p:ext>
    </p:extLst>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Right">
    <p:spTree>
      <p:nvGrpSpPr>
        <p:cNvPr id="1" name=""/>
        <p:cNvGrpSpPr/>
        <p:nvPr/>
      </p:nvGrpSpPr>
      <p:grpSpPr>
        <a:xfrm>
          <a:off x="0" y="0"/>
          <a:ext cx="0" cy="0"/>
          <a:chOff x="0" y="0"/>
          <a:chExt cx="0" cy="0"/>
        </a:xfrm>
      </p:grpSpPr>
      <p:sp>
        <p:nvSpPr>
          <p:cNvPr id="7" name="Picture Placeholder 2">
            <a:extLst>
              <a:ext uri="{FF2B5EF4-FFF2-40B4-BE49-F238E27FC236}">
                <a16:creationId xmlns:a16="http://schemas.microsoft.com/office/drawing/2014/main" id="{6D3C5ED2-B01D-4104-B193-BC78D76A4646}"/>
              </a:ext>
            </a:extLst>
          </p:cNvPr>
          <p:cNvSpPr>
            <a:spLocks noGrp="1"/>
          </p:cNvSpPr>
          <p:nvPr>
            <p:ph type="pic" idx="11" hasCustomPrompt="1"/>
          </p:nvPr>
        </p:nvSpPr>
        <p:spPr>
          <a:xfrm>
            <a:off x="0" y="0"/>
            <a:ext cx="6305550" cy="6721475"/>
          </a:xfrm>
          <a:noFill/>
        </p:spPr>
        <p:txBody>
          <a:bodyPr anchor="ctr">
            <a:normAutofit/>
          </a:bodyPr>
          <a:lstStyle>
            <a:lvl1pPr marL="0" indent="0" algn="ctr">
              <a:buNone/>
              <a:defRPr sz="1400" i="1"/>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Your Picture Here</a:t>
            </a:r>
          </a:p>
        </p:txBody>
      </p:sp>
      <p:sp>
        <p:nvSpPr>
          <p:cNvPr id="2" name="Title 1">
            <a:extLst>
              <a:ext uri="{FF2B5EF4-FFF2-40B4-BE49-F238E27FC236}">
                <a16:creationId xmlns:a16="http://schemas.microsoft.com/office/drawing/2014/main" id="{FE91AD08-4E28-4191-9B62-EAD61608E5CF}"/>
              </a:ext>
            </a:extLst>
          </p:cNvPr>
          <p:cNvSpPr>
            <a:spLocks noGrp="1"/>
          </p:cNvSpPr>
          <p:nvPr>
            <p:ph type="title" hasCustomPrompt="1"/>
          </p:nvPr>
        </p:nvSpPr>
        <p:spPr>
          <a:xfrm>
            <a:off x="6657974" y="611077"/>
            <a:ext cx="4695825" cy="833663"/>
          </a:xfrm>
          <a:solidFill>
            <a:schemeClr val="accent2">
              <a:lumMod val="50000"/>
            </a:schemeClr>
          </a:solidFill>
        </p:spPr>
        <p:txBody>
          <a:bodyPr wrap="square" tIns="108000" bIns="108000">
            <a:spAutoFit/>
          </a:bodyPr>
          <a:lstStyle>
            <a:lvl1pPr>
              <a:lnSpc>
                <a:spcPct val="100000"/>
              </a:lnSpc>
              <a:defRPr sz="4000"/>
            </a:lvl1pPr>
          </a:lstStyle>
          <a:p>
            <a:r>
              <a:rPr lang="en-US" dirty="0"/>
              <a:t>Edit Master title style</a:t>
            </a:r>
          </a:p>
        </p:txBody>
      </p:sp>
      <p:sp>
        <p:nvSpPr>
          <p:cNvPr id="3" name="Content Placeholder 2">
            <a:extLst>
              <a:ext uri="{FF2B5EF4-FFF2-40B4-BE49-F238E27FC236}">
                <a16:creationId xmlns:a16="http://schemas.microsoft.com/office/drawing/2014/main" id="{90BF853D-76DB-46F3-AF6C-1E77C8E06AA9}"/>
              </a:ext>
            </a:extLst>
          </p:cNvPr>
          <p:cNvSpPr>
            <a:spLocks noGrp="1"/>
          </p:cNvSpPr>
          <p:nvPr>
            <p:ph idx="1"/>
          </p:nvPr>
        </p:nvSpPr>
        <p:spPr>
          <a:xfrm>
            <a:off x="6657974" y="1825625"/>
            <a:ext cx="4695826" cy="4351338"/>
          </a:xfrm>
        </p:spPr>
        <p:txBody>
          <a:bodyP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Slide Number Placeholder 3">
            <a:extLst>
              <a:ext uri="{FF2B5EF4-FFF2-40B4-BE49-F238E27FC236}">
                <a16:creationId xmlns:a16="http://schemas.microsoft.com/office/drawing/2014/main" id="{0660D61A-B9FD-4DFF-AC42-4069DAFE238C}"/>
              </a:ext>
            </a:extLst>
          </p:cNvPr>
          <p:cNvSpPr>
            <a:spLocks noGrp="1"/>
          </p:cNvSpPr>
          <p:nvPr>
            <p:ph type="sldNum" sz="quarter" idx="10"/>
          </p:nvPr>
        </p:nvSpPr>
        <p:spPr>
          <a:xfrm>
            <a:off x="11353800" y="6361475"/>
            <a:ext cx="838200" cy="360000"/>
          </a:xfrm>
        </p:spPr>
        <p:txBody>
          <a:bodyPr/>
          <a:lstStyle/>
          <a:p>
            <a:r>
              <a:rPr lang="en-US" dirty="0"/>
              <a:t>PAGE </a:t>
            </a:r>
            <a:fld id="{4A9B5881-4007-4345-955A-79C2656F0C49}" type="slidenum">
              <a:rPr lang="en-US" smtClean="0"/>
              <a:pPr/>
              <a:t>‹#›</a:t>
            </a:fld>
            <a:endParaRPr lang="en-US" dirty="0"/>
          </a:p>
        </p:txBody>
      </p:sp>
    </p:spTree>
    <p:extLst>
      <p:ext uri="{BB962C8B-B14F-4D97-AF65-F5344CB8AC3E}">
        <p14:creationId xmlns:p14="http://schemas.microsoft.com/office/powerpoint/2010/main" val="17979040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tle and Content - Horizontal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91AD08-4E28-4191-9B62-EAD61608E5CF}"/>
              </a:ext>
            </a:extLst>
          </p:cNvPr>
          <p:cNvSpPr>
            <a:spLocks noGrp="1"/>
          </p:cNvSpPr>
          <p:nvPr>
            <p:ph type="title"/>
          </p:nvPr>
        </p:nvSpPr>
        <p:spPr>
          <a:xfrm>
            <a:off x="0" y="1"/>
            <a:ext cx="4305300" cy="6721472"/>
          </a:xfrm>
          <a:gradFill>
            <a:gsLst>
              <a:gs pos="1000">
                <a:schemeClr val="tx1">
                  <a:lumMod val="85000"/>
                  <a:lumOff val="15000"/>
                </a:schemeClr>
              </a:gs>
              <a:gs pos="100000">
                <a:schemeClr val="accent2">
                  <a:lumMod val="50000"/>
                </a:schemeClr>
              </a:gs>
            </a:gsLst>
            <a:lin ang="12600000" scaled="0"/>
          </a:gradFill>
        </p:spPr>
        <p:txBody>
          <a:bodyPr vert="horz" lIns="396000" tIns="0" rIns="396000" bIns="0" rtlCol="0" anchor="ctr">
            <a:noAutofit/>
          </a:bodyPr>
          <a:lstStyle>
            <a:lvl1pPr algn="r">
              <a:lnSpc>
                <a:spcPct val="70000"/>
              </a:lnSpc>
              <a:defRPr lang="en-US" sz="5200" b="0" spc="-150" dirty="0"/>
            </a:lvl1pPr>
          </a:lstStyle>
          <a:p>
            <a:pPr lvl="0" algn="r"/>
            <a:r>
              <a:rPr lang="en-US"/>
              <a:t>Click to edit Master title style</a:t>
            </a:r>
            <a:endParaRPr lang="en-US" dirty="0"/>
          </a:p>
        </p:txBody>
      </p:sp>
      <p:sp>
        <p:nvSpPr>
          <p:cNvPr id="3" name="Content Placeholder 2">
            <a:extLst>
              <a:ext uri="{FF2B5EF4-FFF2-40B4-BE49-F238E27FC236}">
                <a16:creationId xmlns:a16="http://schemas.microsoft.com/office/drawing/2014/main" id="{90BF853D-76DB-46F3-AF6C-1E77C8E06AA9}"/>
              </a:ext>
            </a:extLst>
          </p:cNvPr>
          <p:cNvSpPr>
            <a:spLocks noGrp="1"/>
          </p:cNvSpPr>
          <p:nvPr>
            <p:ph idx="1"/>
          </p:nvPr>
        </p:nvSpPr>
        <p:spPr>
          <a:xfrm>
            <a:off x="4705350" y="365124"/>
            <a:ext cx="6648448" cy="5984875"/>
          </a:xfrm>
        </p:spPr>
        <p:txBody>
          <a:bodyPr lIns="108000" tIns="108000" rIns="108000" bIns="108000" anchor="ct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Slide Number Placeholder 13">
            <a:extLst>
              <a:ext uri="{FF2B5EF4-FFF2-40B4-BE49-F238E27FC236}">
                <a16:creationId xmlns:a16="http://schemas.microsoft.com/office/drawing/2014/main" id="{7746CAFB-2B99-470B-B55B-9BF378E3A04B}"/>
              </a:ext>
            </a:extLst>
          </p:cNvPr>
          <p:cNvSpPr>
            <a:spLocks noGrp="1"/>
          </p:cNvSpPr>
          <p:nvPr>
            <p:ph type="sldNum" sz="quarter" idx="10"/>
          </p:nvPr>
        </p:nvSpPr>
        <p:spPr/>
        <p:txBody>
          <a:bodyPr/>
          <a:lstStyle/>
          <a:p>
            <a:r>
              <a:rPr lang="en-US" dirty="0"/>
              <a:t>PAGE </a:t>
            </a:r>
            <a:fld id="{4A9B5881-4007-4345-955A-79C2656F0C49}" type="slidenum">
              <a:rPr lang="en-US" smtClean="0"/>
              <a:pPr/>
              <a:t>‹#›</a:t>
            </a:fld>
            <a:endParaRPr lang="en-US" dirty="0"/>
          </a:p>
        </p:txBody>
      </p:sp>
    </p:spTree>
    <p:extLst>
      <p:ext uri="{BB962C8B-B14F-4D97-AF65-F5344CB8AC3E}">
        <p14:creationId xmlns:p14="http://schemas.microsoft.com/office/powerpoint/2010/main" val="11604963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 Horizontal 2">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65237DA4-112F-40B2-8C8C-EB23506D9C45}"/>
              </a:ext>
            </a:extLst>
          </p:cNvPr>
          <p:cNvSpPr>
            <a:spLocks noGrp="1"/>
          </p:cNvSpPr>
          <p:nvPr>
            <p:ph type="title"/>
          </p:nvPr>
        </p:nvSpPr>
        <p:spPr>
          <a:xfrm>
            <a:off x="7512000" y="0"/>
            <a:ext cx="4680000" cy="6721473"/>
          </a:xfrm>
          <a:gradFill>
            <a:gsLst>
              <a:gs pos="1000">
                <a:schemeClr val="tx1">
                  <a:lumMod val="85000"/>
                  <a:lumOff val="15000"/>
                </a:schemeClr>
              </a:gs>
              <a:gs pos="100000">
                <a:schemeClr val="accent2">
                  <a:lumMod val="50000"/>
                </a:schemeClr>
              </a:gs>
            </a:gsLst>
            <a:lin ang="12600000" scaled="0"/>
          </a:gradFill>
        </p:spPr>
        <p:txBody>
          <a:bodyPr lIns="396000" rIns="396000">
            <a:normAutofit/>
          </a:bodyPr>
          <a:lstStyle>
            <a:lvl1pPr>
              <a:lnSpc>
                <a:spcPct val="70000"/>
              </a:lnSpc>
              <a:defRPr sz="5200" spc="-15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0BF853D-76DB-46F3-AF6C-1E77C8E06AA9}"/>
              </a:ext>
            </a:extLst>
          </p:cNvPr>
          <p:cNvSpPr>
            <a:spLocks noGrp="1"/>
          </p:cNvSpPr>
          <p:nvPr>
            <p:ph idx="1"/>
          </p:nvPr>
        </p:nvSpPr>
        <p:spPr>
          <a:xfrm>
            <a:off x="838200" y="365124"/>
            <a:ext cx="6156323" cy="5984875"/>
          </a:xfrm>
        </p:spPr>
        <p:txBody>
          <a:bodyPr lIns="108000" tIns="108000" rIns="108000" bIns="108000"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Slide Number Placeholder 13">
            <a:extLst>
              <a:ext uri="{FF2B5EF4-FFF2-40B4-BE49-F238E27FC236}">
                <a16:creationId xmlns:a16="http://schemas.microsoft.com/office/drawing/2014/main" id="{7746CAFB-2B99-470B-B55B-9BF378E3A04B}"/>
              </a:ext>
            </a:extLst>
          </p:cNvPr>
          <p:cNvSpPr>
            <a:spLocks noGrp="1"/>
          </p:cNvSpPr>
          <p:nvPr>
            <p:ph type="sldNum" sz="quarter" idx="10"/>
          </p:nvPr>
        </p:nvSpPr>
        <p:spPr>
          <a:solidFill>
            <a:schemeClr val="bg1">
              <a:lumMod val="85000"/>
            </a:schemeClr>
          </a:solidFill>
        </p:spPr>
        <p:txBody>
          <a:bodyPr/>
          <a:lstStyle>
            <a:lvl1pPr>
              <a:defRPr>
                <a:solidFill>
                  <a:schemeClr val="tx1">
                    <a:lumMod val="85000"/>
                    <a:lumOff val="15000"/>
                  </a:schemeClr>
                </a:solidFill>
              </a:defRPr>
            </a:lvl1pPr>
          </a:lstStyle>
          <a:p>
            <a:r>
              <a:rPr lang="en-US" dirty="0"/>
              <a:t>PAGE </a:t>
            </a:r>
            <a:fld id="{4A9B5881-4007-4345-955A-79C2656F0C49}" type="slidenum">
              <a:rPr lang="en-US" smtClean="0"/>
              <a:pPr/>
              <a:t>‹#›</a:t>
            </a:fld>
            <a:endParaRPr lang="en-US" dirty="0"/>
          </a:p>
        </p:txBody>
      </p:sp>
    </p:spTree>
    <p:extLst>
      <p:ext uri="{BB962C8B-B14F-4D97-AF65-F5344CB8AC3E}">
        <p14:creationId xmlns:p14="http://schemas.microsoft.com/office/powerpoint/2010/main" val="3644986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Content - Horizontal 3">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660D61A-B9FD-4DFF-AC42-4069DAFE238C}"/>
              </a:ext>
            </a:extLst>
          </p:cNvPr>
          <p:cNvSpPr>
            <a:spLocks noGrp="1"/>
          </p:cNvSpPr>
          <p:nvPr>
            <p:ph type="sldNum" sz="quarter" idx="10"/>
          </p:nvPr>
        </p:nvSpPr>
        <p:spPr/>
        <p:txBody>
          <a:bodyPr/>
          <a:lstStyle/>
          <a:p>
            <a:r>
              <a:rPr lang="en-US" dirty="0"/>
              <a:t>PAGE </a:t>
            </a:r>
            <a:fld id="{4A9B5881-4007-4345-955A-79C2656F0C49}" type="slidenum">
              <a:rPr lang="en-US" smtClean="0"/>
              <a:pPr/>
              <a:t>‹#›</a:t>
            </a:fld>
            <a:endParaRPr lang="en-US" dirty="0"/>
          </a:p>
        </p:txBody>
      </p:sp>
      <p:sp>
        <p:nvSpPr>
          <p:cNvPr id="5" name="Content Placeholder 2">
            <a:extLst>
              <a:ext uri="{FF2B5EF4-FFF2-40B4-BE49-F238E27FC236}">
                <a16:creationId xmlns:a16="http://schemas.microsoft.com/office/drawing/2014/main" id="{D68E6EF2-4B2F-4D0D-9505-CE92872972F7}"/>
              </a:ext>
            </a:extLst>
          </p:cNvPr>
          <p:cNvSpPr>
            <a:spLocks noGrp="1"/>
          </p:cNvSpPr>
          <p:nvPr>
            <p:ph idx="1"/>
          </p:nvPr>
        </p:nvSpPr>
        <p:spPr>
          <a:xfrm>
            <a:off x="4705350" y="611076"/>
            <a:ext cx="6648448" cy="5738923"/>
          </a:xfrm>
        </p:spPr>
        <p:txBody>
          <a:bodyPr lIns="108000" tIns="108000" rIns="108000" bIns="10800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itle 1">
            <a:extLst>
              <a:ext uri="{FF2B5EF4-FFF2-40B4-BE49-F238E27FC236}">
                <a16:creationId xmlns:a16="http://schemas.microsoft.com/office/drawing/2014/main" id="{D91A21B9-BA54-413B-940E-027C32E4D429}"/>
              </a:ext>
            </a:extLst>
          </p:cNvPr>
          <p:cNvSpPr>
            <a:spLocks noGrp="1"/>
          </p:cNvSpPr>
          <p:nvPr>
            <p:ph type="title"/>
          </p:nvPr>
        </p:nvSpPr>
        <p:spPr>
          <a:xfrm>
            <a:off x="838200" y="611076"/>
            <a:ext cx="3440502" cy="2064769"/>
          </a:xfrm>
          <a:solidFill>
            <a:schemeClr val="accent2">
              <a:lumMod val="50000"/>
            </a:schemeClr>
          </a:solidFill>
        </p:spPr>
        <p:txBody>
          <a:bodyPr wrap="square" tIns="108000" bIns="108000" anchor="t">
            <a:spAutoFit/>
          </a:bodyPr>
          <a:lstStyle>
            <a:lvl1pPr>
              <a:lnSpc>
                <a:spcPct val="100000"/>
              </a:lnSpc>
              <a:defRPr sz="4000"/>
            </a:lvl1pPr>
          </a:lstStyle>
          <a:p>
            <a:r>
              <a:rPr lang="en-US"/>
              <a:t>Click to edit Master title style</a:t>
            </a:r>
            <a:endParaRPr lang="en-US" dirty="0"/>
          </a:p>
        </p:txBody>
      </p:sp>
    </p:spTree>
    <p:extLst>
      <p:ext uri="{BB962C8B-B14F-4D97-AF65-F5344CB8AC3E}">
        <p14:creationId xmlns:p14="http://schemas.microsoft.com/office/powerpoint/2010/main" val="36100512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22BDA7-8BE9-42D5-ACF1-0F51423A206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1CEF73F-3CCA-4312-8E9C-2B4629DA1F6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Slide Number Placeholder 3">
            <a:extLst>
              <a:ext uri="{FF2B5EF4-FFF2-40B4-BE49-F238E27FC236}">
                <a16:creationId xmlns:a16="http://schemas.microsoft.com/office/drawing/2014/main" id="{293BF716-502C-4821-A3A0-19C2C508EED1}"/>
              </a:ext>
            </a:extLst>
          </p:cNvPr>
          <p:cNvSpPr>
            <a:spLocks noGrp="1"/>
          </p:cNvSpPr>
          <p:nvPr>
            <p:ph type="sldNum" sz="quarter" idx="10"/>
          </p:nvPr>
        </p:nvSpPr>
        <p:spPr/>
        <p:txBody>
          <a:bodyPr/>
          <a:lstStyle/>
          <a:p>
            <a:r>
              <a:rPr lang="en-US" dirty="0"/>
              <a:t>PAGE </a:t>
            </a:r>
            <a:fld id="{4A9B5881-4007-4345-955A-79C2656F0C49}" type="slidenum">
              <a:rPr lang="en-US" smtClean="0"/>
              <a:pPr/>
              <a:t>‹#›</a:t>
            </a:fld>
            <a:endParaRPr lang="en-US" dirty="0"/>
          </a:p>
        </p:txBody>
      </p:sp>
    </p:spTree>
    <p:extLst>
      <p:ext uri="{BB962C8B-B14F-4D97-AF65-F5344CB8AC3E}">
        <p14:creationId xmlns:p14="http://schemas.microsoft.com/office/powerpoint/2010/main" val="26659831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1AB651-5612-4E6A-9B35-A555D082EC2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81389A2-D77B-40CA-AD1E-0178AEFAD15A}"/>
              </a:ext>
            </a:extLst>
          </p:cNvPr>
          <p:cNvSpPr>
            <a:spLocks noGrp="1"/>
          </p:cNvSpPr>
          <p:nvPr>
            <p:ph sz="half" idx="1"/>
          </p:nvPr>
        </p:nvSpPr>
        <p:spPr>
          <a:xfrm>
            <a:off x="838200" y="1825625"/>
            <a:ext cx="5181600" cy="4351338"/>
          </a:xfrm>
        </p:spPr>
        <p:txBody>
          <a:bodyP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A1DCA993-CBEA-48C5-BD35-50ABDFF64065}"/>
              </a:ext>
            </a:extLst>
          </p:cNvPr>
          <p:cNvSpPr>
            <a:spLocks noGrp="1"/>
          </p:cNvSpPr>
          <p:nvPr>
            <p:ph sz="half" idx="2"/>
          </p:nvPr>
        </p:nvSpPr>
        <p:spPr>
          <a:xfrm>
            <a:off x="6172200" y="1825625"/>
            <a:ext cx="5181600" cy="4351338"/>
          </a:xfrm>
        </p:spPr>
        <p:txBody>
          <a:bodyP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Slide Number Placeholder 4">
            <a:extLst>
              <a:ext uri="{FF2B5EF4-FFF2-40B4-BE49-F238E27FC236}">
                <a16:creationId xmlns:a16="http://schemas.microsoft.com/office/drawing/2014/main" id="{B88ED8E0-95EC-469F-9B7E-562FBDFDE6CC}"/>
              </a:ext>
            </a:extLst>
          </p:cNvPr>
          <p:cNvSpPr>
            <a:spLocks noGrp="1"/>
          </p:cNvSpPr>
          <p:nvPr>
            <p:ph type="sldNum" sz="quarter" idx="10"/>
          </p:nvPr>
        </p:nvSpPr>
        <p:spPr/>
        <p:txBody>
          <a:bodyPr/>
          <a:lstStyle/>
          <a:p>
            <a:r>
              <a:rPr lang="en-US" dirty="0"/>
              <a:t>PAGE </a:t>
            </a:r>
            <a:fld id="{4A9B5881-4007-4345-955A-79C2656F0C49}" type="slidenum">
              <a:rPr lang="en-US" smtClean="0"/>
              <a:pPr/>
              <a:t>‹#›</a:t>
            </a:fld>
            <a:endParaRPr lang="en-US" dirty="0"/>
          </a:p>
        </p:txBody>
      </p:sp>
    </p:spTree>
    <p:extLst>
      <p:ext uri="{BB962C8B-B14F-4D97-AF65-F5344CB8AC3E}">
        <p14:creationId xmlns:p14="http://schemas.microsoft.com/office/powerpoint/2010/main" val="6463448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776F88-2A37-410D-A685-E455AF3D07B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C764B46-B015-44F7-8DC0-AFB8D275E48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D3C8232-2077-497A-9142-B787E2B03A73}"/>
              </a:ext>
            </a:extLst>
          </p:cNvPr>
          <p:cNvSpPr>
            <a:spLocks noGrp="1"/>
          </p:cNvSpPr>
          <p:nvPr>
            <p:ph sz="half" idx="2"/>
          </p:nvPr>
        </p:nvSpPr>
        <p:spPr>
          <a:xfrm>
            <a:off x="839788" y="2505075"/>
            <a:ext cx="5157787" cy="3684588"/>
          </a:xfrm>
        </p:spPr>
        <p:txBody>
          <a:bodyP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AAF6077C-D913-4FD0-B6E0-6D70BEFD40E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3905DBB-3AA9-4435-AC97-732293FDE7EF}"/>
              </a:ext>
            </a:extLst>
          </p:cNvPr>
          <p:cNvSpPr>
            <a:spLocks noGrp="1"/>
          </p:cNvSpPr>
          <p:nvPr>
            <p:ph sz="quarter" idx="4"/>
          </p:nvPr>
        </p:nvSpPr>
        <p:spPr>
          <a:xfrm>
            <a:off x="6172200" y="2505075"/>
            <a:ext cx="5183188" cy="3684588"/>
          </a:xfrm>
        </p:spPr>
        <p:txBody>
          <a:bodyP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Slide Number Placeholder 6">
            <a:extLst>
              <a:ext uri="{FF2B5EF4-FFF2-40B4-BE49-F238E27FC236}">
                <a16:creationId xmlns:a16="http://schemas.microsoft.com/office/drawing/2014/main" id="{1954C901-FCAF-4DFB-A621-6A969641CA73}"/>
              </a:ext>
            </a:extLst>
          </p:cNvPr>
          <p:cNvSpPr>
            <a:spLocks noGrp="1"/>
          </p:cNvSpPr>
          <p:nvPr>
            <p:ph type="sldNum" sz="quarter" idx="10"/>
          </p:nvPr>
        </p:nvSpPr>
        <p:spPr/>
        <p:txBody>
          <a:bodyPr/>
          <a:lstStyle/>
          <a:p>
            <a:r>
              <a:rPr lang="en-US" dirty="0"/>
              <a:t>PAGE </a:t>
            </a:r>
            <a:fld id="{4A9B5881-4007-4345-955A-79C2656F0C49}" type="slidenum">
              <a:rPr lang="en-US" smtClean="0"/>
              <a:pPr/>
              <a:t>‹#›</a:t>
            </a:fld>
            <a:endParaRPr lang="en-US" dirty="0"/>
          </a:p>
        </p:txBody>
      </p:sp>
    </p:spTree>
    <p:extLst>
      <p:ext uri="{BB962C8B-B14F-4D97-AF65-F5344CB8AC3E}">
        <p14:creationId xmlns:p14="http://schemas.microsoft.com/office/powerpoint/2010/main" val="229214552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AF2623-2255-4BBA-9577-B3A3FD2AE8E8}"/>
              </a:ext>
            </a:extLst>
          </p:cNvPr>
          <p:cNvSpPr>
            <a:spLocks noGrp="1"/>
          </p:cNvSpPr>
          <p:nvPr>
            <p:ph type="title"/>
          </p:nvPr>
        </p:nvSpPr>
        <p:spPr/>
        <p:txBody>
          <a:bodyPr/>
          <a:lstStyle/>
          <a:p>
            <a:r>
              <a:rPr lang="en-US"/>
              <a:t>Click to edit Master title style</a:t>
            </a:r>
          </a:p>
        </p:txBody>
      </p:sp>
      <p:sp>
        <p:nvSpPr>
          <p:cNvPr id="3" name="Slide Number Placeholder 2">
            <a:extLst>
              <a:ext uri="{FF2B5EF4-FFF2-40B4-BE49-F238E27FC236}">
                <a16:creationId xmlns:a16="http://schemas.microsoft.com/office/drawing/2014/main" id="{5259F0F0-5E7C-4FC9-8E90-6ADCD7A714B6}"/>
              </a:ext>
            </a:extLst>
          </p:cNvPr>
          <p:cNvSpPr>
            <a:spLocks noGrp="1"/>
          </p:cNvSpPr>
          <p:nvPr>
            <p:ph type="sldNum" sz="quarter" idx="10"/>
          </p:nvPr>
        </p:nvSpPr>
        <p:spPr/>
        <p:txBody>
          <a:bodyPr/>
          <a:lstStyle/>
          <a:p>
            <a:r>
              <a:rPr lang="en-US" dirty="0"/>
              <a:t>PAGE </a:t>
            </a:r>
            <a:fld id="{4A9B5881-4007-4345-955A-79C2656F0C49}" type="slidenum">
              <a:rPr lang="en-US" smtClean="0"/>
              <a:pPr/>
              <a:t>‹#›</a:t>
            </a:fld>
            <a:endParaRPr lang="en-US" dirty="0"/>
          </a:p>
        </p:txBody>
      </p:sp>
    </p:spTree>
    <p:extLst>
      <p:ext uri="{BB962C8B-B14F-4D97-AF65-F5344CB8AC3E}">
        <p14:creationId xmlns:p14="http://schemas.microsoft.com/office/powerpoint/2010/main" val="310553225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A9D3FFB-BE14-4D90-A515-10EDD1BEE6F1}"/>
              </a:ext>
            </a:extLst>
          </p:cNvPr>
          <p:cNvSpPr>
            <a:spLocks noGrp="1"/>
          </p:cNvSpPr>
          <p:nvPr>
            <p:ph type="sldNum" sz="quarter" idx="10"/>
          </p:nvPr>
        </p:nvSpPr>
        <p:spPr/>
        <p:txBody>
          <a:bodyPr/>
          <a:lstStyle/>
          <a:p>
            <a:r>
              <a:rPr lang="en-US" dirty="0"/>
              <a:t>PAGE </a:t>
            </a:r>
            <a:fld id="{4A9B5881-4007-4345-955A-79C2656F0C49}" type="slidenum">
              <a:rPr lang="en-US" smtClean="0"/>
              <a:pPr/>
              <a:t>‹#›</a:t>
            </a:fld>
            <a:endParaRPr lang="en-US" dirty="0"/>
          </a:p>
        </p:txBody>
      </p:sp>
    </p:spTree>
    <p:extLst>
      <p:ext uri="{BB962C8B-B14F-4D97-AF65-F5344CB8AC3E}">
        <p14:creationId xmlns:p14="http://schemas.microsoft.com/office/powerpoint/2010/main" val="362767397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451E51-BE82-4B1B-9CB6-89C26464DBE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4CCBF8C-3CF7-47E6-9AB0-15584178B44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D07DA3C-0298-45CF-AFC3-41031C0763E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Slide Number Placeholder 4">
            <a:extLst>
              <a:ext uri="{FF2B5EF4-FFF2-40B4-BE49-F238E27FC236}">
                <a16:creationId xmlns:a16="http://schemas.microsoft.com/office/drawing/2014/main" id="{F7C4FF87-D01E-416B-9EF8-E107C4EDDC42}"/>
              </a:ext>
            </a:extLst>
          </p:cNvPr>
          <p:cNvSpPr>
            <a:spLocks noGrp="1"/>
          </p:cNvSpPr>
          <p:nvPr>
            <p:ph type="sldNum" sz="quarter" idx="10"/>
          </p:nvPr>
        </p:nvSpPr>
        <p:spPr/>
        <p:txBody>
          <a:bodyPr/>
          <a:lstStyle/>
          <a:p>
            <a:r>
              <a:rPr lang="en-US" dirty="0"/>
              <a:t>PAGE </a:t>
            </a:r>
            <a:fld id="{4A9B5881-4007-4345-955A-79C2656F0C49}" type="slidenum">
              <a:rPr lang="en-US" smtClean="0"/>
              <a:pPr/>
              <a:t>‹#›</a:t>
            </a:fld>
            <a:endParaRPr lang="en-US" dirty="0"/>
          </a:p>
        </p:txBody>
      </p:sp>
    </p:spTree>
    <p:extLst>
      <p:ext uri="{BB962C8B-B14F-4D97-AF65-F5344CB8AC3E}">
        <p14:creationId xmlns:p14="http://schemas.microsoft.com/office/powerpoint/2010/main" val="3985334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lumMod val="95000"/>
            <a:lumOff val="5000"/>
          </a:schemeClr>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48E4AFE-E166-4B84-B0C8-9205038D8033}"/>
              </a:ext>
            </a:extLst>
          </p:cNvPr>
          <p:cNvPicPr>
            <a:picLocks noChangeAspect="1"/>
          </p:cNvPicPr>
          <p:nvPr userDrawn="1"/>
        </p:nvPicPr>
        <p:blipFill>
          <a:blip r:embed="rId16" cstate="screen">
            <a:extLst>
              <a:ext uri="{28A0092B-C50C-407E-A947-70E740481C1C}">
                <a14:useLocalDpi xmlns:a14="http://schemas.microsoft.com/office/drawing/2010/main"/>
              </a:ext>
            </a:extLst>
          </a:blip>
          <a:stretch>
            <a:fillRect/>
          </a:stretch>
        </p:blipFill>
        <p:spPr>
          <a:xfrm flipV="1">
            <a:off x="0" y="0"/>
            <a:ext cx="12192000" cy="6858000"/>
          </a:xfrm>
          <a:prstGeom prst="rect">
            <a:avLst/>
          </a:prstGeom>
        </p:spPr>
      </p:pic>
      <p:sp>
        <p:nvSpPr>
          <p:cNvPr id="2" name="Title Placeholder 1">
            <a:extLst>
              <a:ext uri="{FF2B5EF4-FFF2-40B4-BE49-F238E27FC236}">
                <a16:creationId xmlns:a16="http://schemas.microsoft.com/office/drawing/2014/main" id="{6C617517-B672-49BA-AC6E-AB66D0639A5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EC92C27-7843-4B22-9200-B7304E6AE4CD}"/>
              </a:ext>
            </a:extLst>
          </p:cNvPr>
          <p:cNvSpPr>
            <a:spLocks noGrp="1"/>
          </p:cNvSpPr>
          <p:nvPr>
            <p:ph type="body" idx="1"/>
          </p:nvPr>
        </p:nvSpPr>
        <p:spPr>
          <a:xfrm>
            <a:off x="838200" y="1825625"/>
            <a:ext cx="10515598"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a:extLst>
              <a:ext uri="{FF2B5EF4-FFF2-40B4-BE49-F238E27FC236}">
                <a16:creationId xmlns:a16="http://schemas.microsoft.com/office/drawing/2014/main" id="{52DB4F10-F75B-41A8-B994-BFF68949E59A}"/>
              </a:ext>
            </a:extLst>
          </p:cNvPr>
          <p:cNvSpPr>
            <a:spLocks noGrp="1"/>
          </p:cNvSpPr>
          <p:nvPr>
            <p:ph type="sldNum" sz="quarter" idx="4"/>
          </p:nvPr>
        </p:nvSpPr>
        <p:spPr>
          <a:xfrm>
            <a:off x="11353800" y="6361475"/>
            <a:ext cx="838200" cy="360000"/>
          </a:xfrm>
          <a:prstGeom prst="rect">
            <a:avLst/>
          </a:prstGeom>
          <a:solidFill>
            <a:schemeClr val="tx1">
              <a:lumMod val="85000"/>
              <a:lumOff val="15000"/>
            </a:schemeClr>
          </a:solidFill>
        </p:spPr>
        <p:txBody>
          <a:bodyPr vert="horz" lIns="91440" tIns="45720" rIns="91440" bIns="45720" rtlCol="0" anchor="ctr"/>
          <a:lstStyle>
            <a:lvl1pPr algn="ctr">
              <a:defRPr sz="1200">
                <a:solidFill>
                  <a:schemeClr val="bg1"/>
                </a:solidFill>
              </a:defRPr>
            </a:lvl1pPr>
          </a:lstStyle>
          <a:p>
            <a:r>
              <a:rPr lang="en-US" dirty="0"/>
              <a:t>PAGE </a:t>
            </a:r>
            <a:fld id="{4A9B5881-4007-4345-955A-79C2656F0C49}" type="slidenum">
              <a:rPr lang="en-US" smtClean="0"/>
              <a:pPr/>
              <a:t>‹#›</a:t>
            </a:fld>
            <a:endParaRPr lang="en-US" dirty="0"/>
          </a:p>
        </p:txBody>
      </p:sp>
      <p:sp>
        <p:nvSpPr>
          <p:cNvPr id="7" name="Rectangle 6">
            <a:extLst>
              <a:ext uri="{FF2B5EF4-FFF2-40B4-BE49-F238E27FC236}">
                <a16:creationId xmlns:a16="http://schemas.microsoft.com/office/drawing/2014/main" id="{512D21E2-8DEB-4F43-A26E-B8DA900A9230}"/>
              </a:ext>
            </a:extLst>
          </p:cNvPr>
          <p:cNvSpPr/>
          <p:nvPr userDrawn="1"/>
        </p:nvSpPr>
        <p:spPr>
          <a:xfrm>
            <a:off x="0" y="6721475"/>
            <a:ext cx="12192000" cy="136525"/>
          </a:xfrm>
          <a:prstGeom prst="rect">
            <a:avLst/>
          </a:prstGeom>
          <a:gradFill>
            <a:gsLst>
              <a:gs pos="0">
                <a:schemeClr val="accent2"/>
              </a:gs>
              <a:gs pos="100000">
                <a:schemeClr val="tx1">
                  <a:lumMod val="75000"/>
                  <a:lumOff val="2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35CD3143-7FD1-40EA-AA4A-47C72380AEC2}"/>
              </a:ext>
            </a:extLst>
          </p:cNvPr>
          <p:cNvSpPr/>
          <p:nvPr userDrawn="1"/>
        </p:nvSpPr>
        <p:spPr>
          <a:xfrm>
            <a:off x="11353798" y="6721474"/>
            <a:ext cx="838201" cy="1365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853920126"/>
      </p:ext>
    </p:extLst>
  </p:cSld>
  <p:clrMap bg1="lt1" tx1="dk1" bg2="lt2" tx2="dk2" accent1="accent1" accent2="accent2" accent3="accent3" accent4="accent4" accent5="accent5" accent6="accent6" hlink="hlink" folHlink="folHlink"/>
  <p:sldLayoutIdLst>
    <p:sldLayoutId id="2147483661" r:id="rId1"/>
    <p:sldLayoutId id="2147483659" r:id="rId2"/>
    <p:sldLayoutId id="2147483660" r:id="rId3"/>
    <p:sldLayoutId id="2147483665" r:id="rId4"/>
    <p:sldLayoutId id="2147483666" r:id="rId5"/>
    <p:sldLayoutId id="2147483650" r:id="rId6"/>
    <p:sldLayoutId id="2147483663" r:id="rId7"/>
    <p:sldLayoutId id="2147483664" r:id="rId8"/>
    <p:sldLayoutId id="2147483651" r:id="rId9"/>
    <p:sldLayoutId id="2147483652" r:id="rId10"/>
    <p:sldLayoutId id="2147483653" r:id="rId11"/>
    <p:sldLayoutId id="2147483654" r:id="rId12"/>
    <p:sldLayoutId id="2147483655" r:id="rId13"/>
    <p:sldLayoutId id="2147483656" r:id="rId14"/>
  </p:sldLayoutIdLst>
  <p:hf hdr="0" ftr="0" dt="0"/>
  <p:txStyles>
    <p:titleStyle>
      <a:lvl1pPr algn="l" defTabSz="914400" rtl="0" eaLnBrk="1" latinLnBrk="0" hangingPunct="1">
        <a:lnSpc>
          <a:spcPct val="90000"/>
        </a:lnSpc>
        <a:spcBef>
          <a:spcPct val="0"/>
        </a:spcBef>
        <a:buNone/>
        <a:defRPr sz="4400" kern="1200">
          <a:solidFill>
            <a:schemeClr val="bg1"/>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accent2"/>
        </a:buClr>
        <a:buFont typeface="Wingdings" panose="05000000000000000000" pitchFamily="2" charset="2"/>
        <a:buChar char="§"/>
        <a:defRPr sz="28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Wingdings" panose="05000000000000000000" pitchFamily="2" charset="2"/>
        <a:buChar char="§"/>
        <a:defRPr sz="24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Wingdings" panose="05000000000000000000" pitchFamily="2" charset="2"/>
        <a:buChar char="§"/>
        <a:defRPr sz="20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Wingdings" panose="05000000000000000000" pitchFamily="2" charset="2"/>
        <a:buChar char="§"/>
        <a:defRPr sz="18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Wingdings" panose="05000000000000000000" pitchFamily="2" charset="2"/>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6.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7.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8" Type="http://schemas.openxmlformats.org/officeDocument/2006/relationships/image" Target="../media/image14.svg"/><Relationship Id="rId3" Type="http://schemas.openxmlformats.org/officeDocument/2006/relationships/diagramLayout" Target="../diagrams/layout3.xml"/><Relationship Id="rId7" Type="http://schemas.openxmlformats.org/officeDocument/2006/relationships/image" Target="../media/image13.png"/><Relationship Id="rId12" Type="http://schemas.openxmlformats.org/officeDocument/2006/relationships/image" Target="../media/image18.svg"/><Relationship Id="rId2" Type="http://schemas.openxmlformats.org/officeDocument/2006/relationships/diagramData" Target="../diagrams/data3.xml"/><Relationship Id="rId1" Type="http://schemas.openxmlformats.org/officeDocument/2006/relationships/slideLayout" Target="../slideLayouts/slideLayout4.xml"/><Relationship Id="rId6" Type="http://schemas.microsoft.com/office/2007/relationships/diagramDrawing" Target="../diagrams/drawing3.xml"/><Relationship Id="rId11" Type="http://schemas.openxmlformats.org/officeDocument/2006/relationships/image" Target="../media/image17.png"/><Relationship Id="rId5" Type="http://schemas.openxmlformats.org/officeDocument/2006/relationships/diagramColors" Target="../diagrams/colors3.xml"/><Relationship Id="rId10" Type="http://schemas.openxmlformats.org/officeDocument/2006/relationships/image" Target="../media/image16.svg"/><Relationship Id="rId4" Type="http://schemas.openxmlformats.org/officeDocument/2006/relationships/diagramQuickStyle" Target="../diagrams/quickStyle3.xml"/><Relationship Id="rId9" Type="http://schemas.openxmlformats.org/officeDocument/2006/relationships/image" Target="../media/image15.png"/></Relationships>
</file>

<file path=ppt/slides/_rels/slide6.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10C5037-DA4A-44E2-A9FB-84B1498768A7}"/>
              </a:ext>
            </a:extLst>
          </p:cNvPr>
          <p:cNvSpPr>
            <a:spLocks noGrp="1"/>
          </p:cNvSpPr>
          <p:nvPr>
            <p:ph type="title"/>
          </p:nvPr>
        </p:nvSpPr>
        <p:spPr/>
        <p:txBody>
          <a:bodyPr/>
          <a:lstStyle/>
          <a:p>
            <a:r>
              <a:rPr lang="en-US" dirty="0"/>
              <a:t>Teach a Course</a:t>
            </a:r>
          </a:p>
        </p:txBody>
      </p:sp>
      <p:pic>
        <p:nvPicPr>
          <p:cNvPr id="29" name="Picture Placeholder 28" descr="Young student drawing on a whiteboard">
            <a:extLst>
              <a:ext uri="{FF2B5EF4-FFF2-40B4-BE49-F238E27FC236}">
                <a16:creationId xmlns:a16="http://schemas.microsoft.com/office/drawing/2014/main" id="{AE2FE2E9-1D1E-404B-A659-DD19B5D66B5B}"/>
              </a:ext>
            </a:extLst>
          </p:cNvPr>
          <p:cNvPicPr>
            <a:picLocks noGrp="1" noChangeAspect="1"/>
          </p:cNvPicPr>
          <p:nvPr>
            <p:ph type="pic" idx="1"/>
          </p:nvPr>
        </p:nvPicPr>
        <p:blipFill>
          <a:blip r:embed="rId2" cstate="screen">
            <a:extLst>
              <a:ext uri="{28A0092B-C50C-407E-A947-70E740481C1C}">
                <a14:useLocalDpi xmlns:a14="http://schemas.microsoft.com/office/drawing/2010/main"/>
              </a:ext>
            </a:extLst>
          </a:blip>
          <a:srcRect/>
          <a:stretch>
            <a:fillRect/>
          </a:stretch>
        </p:blipFill>
        <p:spPr/>
      </p:pic>
      <p:sp>
        <p:nvSpPr>
          <p:cNvPr id="6" name="Text Placeholder 5">
            <a:extLst>
              <a:ext uri="{FF2B5EF4-FFF2-40B4-BE49-F238E27FC236}">
                <a16:creationId xmlns:a16="http://schemas.microsoft.com/office/drawing/2014/main" id="{1397C2DB-90F2-4971-AC44-7CDDF5A3B552}"/>
              </a:ext>
            </a:extLst>
          </p:cNvPr>
          <p:cNvSpPr>
            <a:spLocks noGrp="1"/>
          </p:cNvSpPr>
          <p:nvPr>
            <p:ph type="body" sz="half" idx="2"/>
          </p:nvPr>
        </p:nvSpPr>
        <p:spPr/>
        <p:txBody>
          <a:bodyPr/>
          <a:lstStyle/>
          <a:p>
            <a:r>
              <a:rPr lang="en-US" dirty="0"/>
              <a:t>Double Tap to Add Subtitle</a:t>
            </a:r>
          </a:p>
        </p:txBody>
      </p:sp>
      <p:sp>
        <p:nvSpPr>
          <p:cNvPr id="15" name="Slide Number Placeholder 14">
            <a:extLst>
              <a:ext uri="{FF2B5EF4-FFF2-40B4-BE49-F238E27FC236}">
                <a16:creationId xmlns:a16="http://schemas.microsoft.com/office/drawing/2014/main" id="{26F5C050-EB87-421A-8A5C-E6CB30102699}"/>
              </a:ext>
            </a:extLst>
          </p:cNvPr>
          <p:cNvSpPr>
            <a:spLocks noGrp="1"/>
          </p:cNvSpPr>
          <p:nvPr>
            <p:ph type="sldNum" sz="quarter" idx="10"/>
          </p:nvPr>
        </p:nvSpPr>
        <p:spPr/>
        <p:txBody>
          <a:bodyPr/>
          <a:lstStyle/>
          <a:p>
            <a:r>
              <a:rPr lang="en-US" dirty="0"/>
              <a:t>PAGE </a:t>
            </a:r>
            <a:fld id="{4A9B5881-4007-4345-955A-79C2656F0C49}" type="slidenum">
              <a:rPr lang="en-US" smtClean="0"/>
              <a:pPr/>
              <a:t>1</a:t>
            </a:fld>
            <a:endParaRPr lang="en-US" dirty="0"/>
          </a:p>
        </p:txBody>
      </p:sp>
    </p:spTree>
    <p:extLst>
      <p:ext uri="{BB962C8B-B14F-4D97-AF65-F5344CB8AC3E}">
        <p14:creationId xmlns:p14="http://schemas.microsoft.com/office/powerpoint/2010/main" val="11362502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F58AE6-56F6-44E8-8BBF-23277B1773E4}"/>
              </a:ext>
            </a:extLst>
          </p:cNvPr>
          <p:cNvSpPr>
            <a:spLocks noGrp="1"/>
          </p:cNvSpPr>
          <p:nvPr>
            <p:ph type="title"/>
          </p:nvPr>
        </p:nvSpPr>
        <p:spPr>
          <a:gradFill>
            <a:gsLst>
              <a:gs pos="1000">
                <a:schemeClr val="tx1">
                  <a:lumMod val="85000"/>
                  <a:lumOff val="15000"/>
                </a:schemeClr>
              </a:gs>
              <a:gs pos="100000">
                <a:schemeClr val="accent2">
                  <a:lumMod val="50000"/>
                </a:schemeClr>
              </a:gs>
            </a:gsLst>
          </a:gradFill>
        </p:spPr>
        <p:txBody>
          <a:bodyPr/>
          <a:lstStyle/>
          <a:p>
            <a:pPr algn="r"/>
            <a:r>
              <a:rPr lang="en-US" dirty="0">
                <a:solidFill>
                  <a:schemeClr val="bg1"/>
                </a:solidFill>
              </a:rPr>
              <a:t>Course</a:t>
            </a:r>
            <a:br>
              <a:rPr lang="en-US" dirty="0">
                <a:solidFill>
                  <a:schemeClr val="bg1"/>
                </a:solidFill>
              </a:rPr>
            </a:br>
            <a:r>
              <a:rPr lang="en-US" dirty="0">
                <a:solidFill>
                  <a:schemeClr val="bg1"/>
                </a:solidFill>
              </a:rPr>
              <a:t>Outline</a:t>
            </a:r>
          </a:p>
        </p:txBody>
      </p:sp>
      <p:graphicFrame>
        <p:nvGraphicFramePr>
          <p:cNvPr id="10" name="Content Placeholder 2" descr="List Content Placeholder">
            <a:extLst>
              <a:ext uri="{FF2B5EF4-FFF2-40B4-BE49-F238E27FC236}">
                <a16:creationId xmlns:a16="http://schemas.microsoft.com/office/drawing/2014/main" id="{4DBF5C5D-E8C1-4EFB-87B6-B4245AB407AE}"/>
              </a:ext>
            </a:extLst>
          </p:cNvPr>
          <p:cNvGraphicFramePr>
            <a:graphicFrameLocks noGrp="1"/>
          </p:cNvGraphicFramePr>
          <p:nvPr>
            <p:ph idx="1"/>
            <p:extLst>
              <p:ext uri="{D42A27DB-BD31-4B8C-83A1-F6EECF244321}">
                <p14:modId xmlns:p14="http://schemas.microsoft.com/office/powerpoint/2010/main" val="1102654880"/>
              </p:ext>
            </p:extLst>
          </p:nvPr>
        </p:nvGraphicFramePr>
        <p:xfrm>
          <a:off x="4562476" y="365125"/>
          <a:ext cx="6791323" cy="59848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0" name="Slide Number Placeholder 19">
            <a:extLst>
              <a:ext uri="{FF2B5EF4-FFF2-40B4-BE49-F238E27FC236}">
                <a16:creationId xmlns:a16="http://schemas.microsoft.com/office/drawing/2014/main" id="{3AEC0301-E9AA-4478-9E23-C372DBDCE653}"/>
              </a:ext>
            </a:extLst>
          </p:cNvPr>
          <p:cNvSpPr>
            <a:spLocks noGrp="1"/>
          </p:cNvSpPr>
          <p:nvPr>
            <p:ph type="sldNum" sz="quarter" idx="10"/>
          </p:nvPr>
        </p:nvSpPr>
        <p:spPr/>
        <p:txBody>
          <a:bodyPr/>
          <a:lstStyle/>
          <a:p>
            <a:r>
              <a:rPr lang="en-US" dirty="0"/>
              <a:t>PAGE </a:t>
            </a:r>
            <a:fld id="{4A9B5881-4007-4345-955A-79C2656F0C49}" type="slidenum">
              <a:rPr lang="en-US" smtClean="0"/>
              <a:pPr/>
              <a:t>2</a:t>
            </a:fld>
            <a:endParaRPr lang="en-US" dirty="0"/>
          </a:p>
        </p:txBody>
      </p:sp>
    </p:spTree>
    <p:extLst>
      <p:ext uri="{BB962C8B-B14F-4D97-AF65-F5344CB8AC3E}">
        <p14:creationId xmlns:p14="http://schemas.microsoft.com/office/powerpoint/2010/main" val="40803387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F58AE6-56F6-44E8-8BBF-23277B1773E4}"/>
              </a:ext>
            </a:extLst>
          </p:cNvPr>
          <p:cNvSpPr>
            <a:spLocks noGrp="1"/>
          </p:cNvSpPr>
          <p:nvPr>
            <p:ph type="title"/>
          </p:nvPr>
        </p:nvSpPr>
        <p:spPr>
          <a:xfrm>
            <a:off x="7512000" y="0"/>
            <a:ext cx="4680000" cy="6721473"/>
          </a:xfrm>
        </p:spPr>
        <p:txBody>
          <a:bodyPr/>
          <a:lstStyle/>
          <a:p>
            <a:r>
              <a:rPr lang="en-US" dirty="0"/>
              <a:t>Course</a:t>
            </a:r>
            <a:br>
              <a:rPr lang="en-US"/>
            </a:br>
            <a:r>
              <a:rPr lang="en-US"/>
              <a:t>Outline </a:t>
            </a:r>
            <a:endParaRPr lang="en-US" dirty="0"/>
          </a:p>
        </p:txBody>
      </p:sp>
      <p:graphicFrame>
        <p:nvGraphicFramePr>
          <p:cNvPr id="3" name="Content Placeholder 2" descr="List Content Placeholder">
            <a:extLst>
              <a:ext uri="{FF2B5EF4-FFF2-40B4-BE49-F238E27FC236}">
                <a16:creationId xmlns:a16="http://schemas.microsoft.com/office/drawing/2014/main" id="{00DD6853-7971-494B-A148-546DF3F15457}"/>
              </a:ext>
            </a:extLst>
          </p:cNvPr>
          <p:cNvGraphicFramePr>
            <a:graphicFrameLocks noGrp="1"/>
          </p:cNvGraphicFramePr>
          <p:nvPr>
            <p:ph idx="1"/>
            <p:extLst>
              <p:ext uri="{D42A27DB-BD31-4B8C-83A1-F6EECF244321}">
                <p14:modId xmlns:p14="http://schemas.microsoft.com/office/powerpoint/2010/main" val="3146978983"/>
              </p:ext>
            </p:extLst>
          </p:nvPr>
        </p:nvGraphicFramePr>
        <p:xfrm>
          <a:off x="838200" y="365124"/>
          <a:ext cx="6156323" cy="59848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0" name="Slide Number Placeholder 19">
            <a:extLst>
              <a:ext uri="{FF2B5EF4-FFF2-40B4-BE49-F238E27FC236}">
                <a16:creationId xmlns:a16="http://schemas.microsoft.com/office/drawing/2014/main" id="{3AEC0301-E9AA-4478-9E23-C372DBDCE653}"/>
              </a:ext>
            </a:extLst>
          </p:cNvPr>
          <p:cNvSpPr>
            <a:spLocks noGrp="1"/>
          </p:cNvSpPr>
          <p:nvPr>
            <p:ph type="sldNum" sz="quarter" idx="10"/>
          </p:nvPr>
        </p:nvSpPr>
        <p:spPr>
          <a:xfrm>
            <a:off x="11353800" y="6361475"/>
            <a:ext cx="838200" cy="360000"/>
          </a:xfrm>
        </p:spPr>
        <p:txBody>
          <a:bodyPr/>
          <a:lstStyle/>
          <a:p>
            <a:r>
              <a:rPr lang="en-US" dirty="0"/>
              <a:t>PAGE </a:t>
            </a:r>
            <a:fld id="{4A9B5881-4007-4345-955A-79C2656F0C49}" type="slidenum">
              <a:rPr lang="en-US" smtClean="0"/>
              <a:pPr/>
              <a:t>3</a:t>
            </a:fld>
            <a:endParaRPr lang="en-US" dirty="0"/>
          </a:p>
        </p:txBody>
      </p:sp>
    </p:spTree>
    <p:extLst>
      <p:ext uri="{BB962C8B-B14F-4D97-AF65-F5344CB8AC3E}">
        <p14:creationId xmlns:p14="http://schemas.microsoft.com/office/powerpoint/2010/main" val="30897825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99600F-A17E-4354-A7AB-0CC2A43A9354}"/>
              </a:ext>
            </a:extLst>
          </p:cNvPr>
          <p:cNvSpPr>
            <a:spLocks noGrp="1"/>
          </p:cNvSpPr>
          <p:nvPr>
            <p:ph type="title"/>
          </p:nvPr>
        </p:nvSpPr>
        <p:spPr>
          <a:xfrm>
            <a:off x="838200" y="611076"/>
            <a:ext cx="2044700" cy="833663"/>
          </a:xfrm>
        </p:spPr>
        <p:txBody>
          <a:bodyPr/>
          <a:lstStyle/>
          <a:p>
            <a:r>
              <a:rPr lang="en-US" dirty="0"/>
              <a:t>First Skill</a:t>
            </a:r>
          </a:p>
        </p:txBody>
      </p:sp>
      <p:sp>
        <p:nvSpPr>
          <p:cNvPr id="3" name="Content Placeholder 2">
            <a:extLst>
              <a:ext uri="{FF2B5EF4-FFF2-40B4-BE49-F238E27FC236}">
                <a16:creationId xmlns:a16="http://schemas.microsoft.com/office/drawing/2014/main" id="{FA6A4B49-27C8-46B6-8B11-AD7E8F615E2C}"/>
              </a:ext>
            </a:extLst>
          </p:cNvPr>
          <p:cNvSpPr>
            <a:spLocks noGrp="1"/>
          </p:cNvSpPr>
          <p:nvPr>
            <p:ph idx="1"/>
          </p:nvPr>
        </p:nvSpPr>
        <p:spPr/>
        <p:txBody>
          <a:bodyPr/>
          <a:lstStyle/>
          <a:p>
            <a:r>
              <a:rPr lang="en-US" dirty="0"/>
              <a:t>Lorem ipsum </a:t>
            </a:r>
            <a:r>
              <a:rPr lang="en-US" noProof="1"/>
              <a:t>dolor sit amet, consectetur adipiscing elit. Etiam aliquet eu mi quis lacinia. Ut fermentum a magna ut eleifend. Integer convallis suscipit ante eu varius. </a:t>
            </a:r>
          </a:p>
          <a:p>
            <a:r>
              <a:rPr lang="en-US" noProof="1"/>
              <a:t>Morbi a purus dolor. Suspendisse sit amet ipsum finibus justo viverra blandit. Ut congue quis tortor eget sodales. Nulla a erat eget nunc hendrerit ultrices eu nec nulla. </a:t>
            </a:r>
          </a:p>
          <a:p>
            <a:r>
              <a:rPr lang="en-US" noProof="1"/>
              <a:t>Donec viverra leo aliquet, auctor quam id, convallis orci. Sed in molestie est. Cras ornare turpis at ligula posuere, sit amet accumsan neque lobortis. Maecenas mattis risus ligula, sed ullamcorper nunc efficitur sed. Praesent venenatis quam tortor, id viverra nunc rutrum a. Maecenas malesuada ultricies sapien sit amet pharetra. </a:t>
            </a:r>
          </a:p>
        </p:txBody>
      </p:sp>
      <p:sp>
        <p:nvSpPr>
          <p:cNvPr id="4" name="Slide Number Placeholder 3">
            <a:extLst>
              <a:ext uri="{FF2B5EF4-FFF2-40B4-BE49-F238E27FC236}">
                <a16:creationId xmlns:a16="http://schemas.microsoft.com/office/drawing/2014/main" id="{62B4CE3A-8C88-45AA-A849-57E5A7AC22C1}"/>
              </a:ext>
            </a:extLst>
          </p:cNvPr>
          <p:cNvSpPr>
            <a:spLocks noGrp="1"/>
          </p:cNvSpPr>
          <p:nvPr>
            <p:ph type="sldNum" sz="quarter" idx="10"/>
          </p:nvPr>
        </p:nvSpPr>
        <p:spPr>
          <a:xfrm>
            <a:off x="11353800" y="6361475"/>
            <a:ext cx="838200" cy="360000"/>
          </a:xfrm>
        </p:spPr>
        <p:txBody>
          <a:bodyPr/>
          <a:lstStyle/>
          <a:p>
            <a:r>
              <a:rPr lang="en-US" dirty="0"/>
              <a:t>PAGE </a:t>
            </a:r>
            <a:fld id="{4A9B5881-4007-4345-955A-79C2656F0C49}" type="slidenum">
              <a:rPr lang="en-US" smtClean="0"/>
              <a:pPr/>
              <a:t>4</a:t>
            </a:fld>
            <a:endParaRPr lang="en-US" dirty="0"/>
          </a:p>
        </p:txBody>
      </p:sp>
      <p:sp>
        <p:nvSpPr>
          <p:cNvPr id="8" name="Rectangle 7">
            <a:extLst>
              <a:ext uri="{FF2B5EF4-FFF2-40B4-BE49-F238E27FC236}">
                <a16:creationId xmlns:a16="http://schemas.microsoft.com/office/drawing/2014/main" id="{52C2DB72-01A8-424A-8CEF-8BD2418A8D25}"/>
              </a:ext>
              <a:ext uri="{C183D7F6-B498-43B3-948B-1728B52AA6E4}">
                <adec:decorative xmlns:adec="http://schemas.microsoft.com/office/drawing/2017/decorative" val="1"/>
              </a:ext>
            </a:extLst>
          </p:cNvPr>
          <p:cNvSpPr/>
          <p:nvPr/>
        </p:nvSpPr>
        <p:spPr>
          <a:xfrm>
            <a:off x="1145309" y="6361475"/>
            <a:ext cx="2552123" cy="360000"/>
          </a:xfrm>
          <a:prstGeom prst="rect">
            <a:avLst/>
          </a:prstGeom>
          <a:gradFill>
            <a:gsLst>
              <a:gs pos="0">
                <a:schemeClr val="accent2"/>
              </a:gs>
              <a:gs pos="100000">
                <a:schemeClr val="tx1">
                  <a:lumMod val="75000"/>
                  <a:lumOff val="2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en-US" sz="1200" dirty="0"/>
              <a:t>First Skill</a:t>
            </a:r>
          </a:p>
        </p:txBody>
      </p:sp>
      <p:sp>
        <p:nvSpPr>
          <p:cNvPr id="10" name="Rectangle 9">
            <a:extLst>
              <a:ext uri="{FF2B5EF4-FFF2-40B4-BE49-F238E27FC236}">
                <a16:creationId xmlns:a16="http://schemas.microsoft.com/office/drawing/2014/main" id="{95AAAEAA-CCF6-4E36-A4A3-5AF49D00995B}"/>
              </a:ext>
              <a:ext uri="{C183D7F6-B498-43B3-948B-1728B52AA6E4}">
                <adec:decorative xmlns:adec="http://schemas.microsoft.com/office/drawing/2017/decorative" val="1"/>
              </a:ext>
            </a:extLst>
          </p:cNvPr>
          <p:cNvSpPr/>
          <p:nvPr/>
        </p:nvSpPr>
        <p:spPr>
          <a:xfrm>
            <a:off x="3697432" y="6562004"/>
            <a:ext cx="2552123" cy="159471"/>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en-US" sz="1200" dirty="0"/>
              <a:t>Second Skill</a:t>
            </a:r>
          </a:p>
        </p:txBody>
      </p:sp>
      <p:sp>
        <p:nvSpPr>
          <p:cNvPr id="11" name="Rectangle 10">
            <a:extLst>
              <a:ext uri="{FF2B5EF4-FFF2-40B4-BE49-F238E27FC236}">
                <a16:creationId xmlns:a16="http://schemas.microsoft.com/office/drawing/2014/main" id="{5F253864-26FA-4AB1-9F0A-4F57D870EE85}"/>
              </a:ext>
              <a:ext uri="{C183D7F6-B498-43B3-948B-1728B52AA6E4}">
                <adec:decorative xmlns:adec="http://schemas.microsoft.com/office/drawing/2017/decorative" val="1"/>
              </a:ext>
            </a:extLst>
          </p:cNvPr>
          <p:cNvSpPr/>
          <p:nvPr/>
        </p:nvSpPr>
        <p:spPr>
          <a:xfrm>
            <a:off x="6249555" y="6562004"/>
            <a:ext cx="2552123" cy="159471"/>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en-US" sz="1200" dirty="0"/>
              <a:t>Third Skill</a:t>
            </a:r>
          </a:p>
        </p:txBody>
      </p:sp>
      <p:sp>
        <p:nvSpPr>
          <p:cNvPr id="12" name="Rectangle 11">
            <a:extLst>
              <a:ext uri="{FF2B5EF4-FFF2-40B4-BE49-F238E27FC236}">
                <a16:creationId xmlns:a16="http://schemas.microsoft.com/office/drawing/2014/main" id="{84949406-858F-4224-BC48-197463899896}"/>
              </a:ext>
              <a:ext uri="{C183D7F6-B498-43B3-948B-1728B52AA6E4}">
                <adec:decorative xmlns:adec="http://schemas.microsoft.com/office/drawing/2017/decorative" val="1"/>
              </a:ext>
            </a:extLst>
          </p:cNvPr>
          <p:cNvSpPr/>
          <p:nvPr/>
        </p:nvSpPr>
        <p:spPr>
          <a:xfrm>
            <a:off x="8801677" y="6562004"/>
            <a:ext cx="2552123" cy="159471"/>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en-US" sz="1200" dirty="0"/>
              <a:t>Conclusion</a:t>
            </a:r>
          </a:p>
        </p:txBody>
      </p:sp>
      <p:sp>
        <p:nvSpPr>
          <p:cNvPr id="14" name="Isosceles Triangle 13">
            <a:extLst>
              <a:ext uri="{FF2B5EF4-FFF2-40B4-BE49-F238E27FC236}">
                <a16:creationId xmlns:a16="http://schemas.microsoft.com/office/drawing/2014/main" id="{1D0A4E21-00BC-4451-94C9-943503852954}"/>
              </a:ext>
              <a:ext uri="{C183D7F6-B498-43B3-948B-1728B52AA6E4}">
                <adec:decorative xmlns:adec="http://schemas.microsoft.com/office/drawing/2017/decorative" val="1"/>
              </a:ext>
            </a:extLst>
          </p:cNvPr>
          <p:cNvSpPr/>
          <p:nvPr/>
        </p:nvSpPr>
        <p:spPr>
          <a:xfrm rot="10800000">
            <a:off x="2349947" y="6271566"/>
            <a:ext cx="142847" cy="91567"/>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1698326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C8855392-9FED-4979-8AC6-A73037648D43}"/>
              </a:ext>
            </a:extLst>
          </p:cNvPr>
          <p:cNvSpPr>
            <a:spLocks noGrp="1"/>
          </p:cNvSpPr>
          <p:nvPr>
            <p:ph type="title"/>
          </p:nvPr>
        </p:nvSpPr>
        <p:spPr>
          <a:xfrm>
            <a:off x="838200" y="611077"/>
            <a:ext cx="2717800" cy="833663"/>
          </a:xfrm>
        </p:spPr>
        <p:txBody>
          <a:bodyPr/>
          <a:lstStyle/>
          <a:p>
            <a:r>
              <a:rPr lang="en-US" dirty="0"/>
              <a:t>Second Skill</a:t>
            </a:r>
          </a:p>
        </p:txBody>
      </p:sp>
      <p:graphicFrame>
        <p:nvGraphicFramePr>
          <p:cNvPr id="10" name="Content Placeholder 2" descr="Content Placeholder">
            <a:extLst>
              <a:ext uri="{FF2B5EF4-FFF2-40B4-BE49-F238E27FC236}">
                <a16:creationId xmlns:a16="http://schemas.microsoft.com/office/drawing/2014/main" id="{47A11266-E870-4547-80E5-8133E862A757}"/>
              </a:ext>
            </a:extLst>
          </p:cNvPr>
          <p:cNvGraphicFramePr>
            <a:graphicFrameLocks noGrp="1"/>
          </p:cNvGraphicFramePr>
          <p:nvPr>
            <p:ph idx="1"/>
            <p:extLst>
              <p:ext uri="{D42A27DB-BD31-4B8C-83A1-F6EECF244321}">
                <p14:modId xmlns:p14="http://schemas.microsoft.com/office/powerpoint/2010/main" val="4145113940"/>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12" name="Graphic 11" descr="Map with pin">
            <a:extLst>
              <a:ext uri="{FF2B5EF4-FFF2-40B4-BE49-F238E27FC236}">
                <a16:creationId xmlns:a16="http://schemas.microsoft.com/office/drawing/2014/main" id="{F2110C71-00D1-4949-9213-38E48FACED03}"/>
              </a:ext>
            </a:extLst>
          </p:cNvPr>
          <p:cNvPicPr>
            <a:picLocks noChangeAspect="1"/>
          </p:cNvPicPr>
          <p:nvPr/>
        </p:nvPicPr>
        <p:blipFill>
          <a:blip r:embed="rId7">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2130926" y="2545226"/>
            <a:ext cx="624548" cy="624548"/>
          </a:xfrm>
          <a:prstGeom prst="rect">
            <a:avLst/>
          </a:prstGeom>
        </p:spPr>
      </p:pic>
      <p:pic>
        <p:nvPicPr>
          <p:cNvPr id="14" name="Graphic 13" descr="Signpost">
            <a:extLst>
              <a:ext uri="{FF2B5EF4-FFF2-40B4-BE49-F238E27FC236}">
                <a16:creationId xmlns:a16="http://schemas.microsoft.com/office/drawing/2014/main" id="{F3D6B7B3-DCDF-47A1-B092-0D8D01630A4E}"/>
              </a:ext>
            </a:extLst>
          </p:cNvPr>
          <p:cNvPicPr>
            <a:picLocks noChangeAspect="1"/>
          </p:cNvPicPr>
          <p:nvPr/>
        </p:nvPicPr>
        <p:blipFill>
          <a:blip r:embed="rId9">
            <a:extLst>
              <a:ext uri="{28A0092B-C50C-407E-A947-70E740481C1C}">
                <a14:useLocalDpi xmlns:a14="http://schemas.microsoft.com/office/drawing/2010/main"/>
              </a:ext>
              <a:ext uri="{96DAC541-7B7A-43D3-8B79-37D633B846F1}">
                <asvg:svgBlip xmlns:asvg="http://schemas.microsoft.com/office/drawing/2016/SVG/main" r:embed="rId10"/>
              </a:ext>
            </a:extLst>
          </a:blip>
          <a:stretch>
            <a:fillRect/>
          </a:stretch>
        </p:blipFill>
        <p:spPr>
          <a:xfrm>
            <a:off x="5783726" y="2545226"/>
            <a:ext cx="624548" cy="624548"/>
          </a:xfrm>
          <a:prstGeom prst="rect">
            <a:avLst/>
          </a:prstGeom>
        </p:spPr>
      </p:pic>
      <p:pic>
        <p:nvPicPr>
          <p:cNvPr id="16" name="Graphic 15" descr="Canyon scene">
            <a:extLst>
              <a:ext uri="{FF2B5EF4-FFF2-40B4-BE49-F238E27FC236}">
                <a16:creationId xmlns:a16="http://schemas.microsoft.com/office/drawing/2014/main" id="{D988924E-5A5D-4D29-95C0-814C9160BBFA}"/>
              </a:ext>
            </a:extLst>
          </p:cNvPr>
          <p:cNvPicPr>
            <a:picLocks noChangeAspect="1"/>
          </p:cNvPicPr>
          <p:nvPr/>
        </p:nvPicPr>
        <p:blipFill>
          <a:blip r:embed="rId11">
            <a:extLst>
              <a:ext uri="{28A0092B-C50C-407E-A947-70E740481C1C}">
                <a14:useLocalDpi xmlns:a14="http://schemas.microsoft.com/office/drawing/2010/main"/>
              </a:ext>
              <a:ext uri="{96DAC541-7B7A-43D3-8B79-37D633B846F1}">
                <asvg:svgBlip xmlns:asvg="http://schemas.microsoft.com/office/drawing/2016/SVG/main" r:embed="rId12"/>
              </a:ext>
            </a:extLst>
          </a:blip>
          <a:stretch>
            <a:fillRect/>
          </a:stretch>
        </p:blipFill>
        <p:spPr>
          <a:xfrm>
            <a:off x="9436526" y="2659526"/>
            <a:ext cx="624548" cy="624548"/>
          </a:xfrm>
          <a:prstGeom prst="rect">
            <a:avLst/>
          </a:prstGeom>
        </p:spPr>
      </p:pic>
      <p:sp>
        <p:nvSpPr>
          <p:cNvPr id="4" name="Slide Number Placeholder 3">
            <a:extLst>
              <a:ext uri="{FF2B5EF4-FFF2-40B4-BE49-F238E27FC236}">
                <a16:creationId xmlns:a16="http://schemas.microsoft.com/office/drawing/2014/main" id="{32934DE9-1653-4F9E-B307-C53A27B2182D}"/>
              </a:ext>
            </a:extLst>
          </p:cNvPr>
          <p:cNvSpPr>
            <a:spLocks noGrp="1"/>
          </p:cNvSpPr>
          <p:nvPr>
            <p:ph type="sldNum" sz="quarter" idx="10"/>
          </p:nvPr>
        </p:nvSpPr>
        <p:spPr/>
        <p:txBody>
          <a:bodyPr/>
          <a:lstStyle/>
          <a:p>
            <a:r>
              <a:rPr lang="en-US" dirty="0"/>
              <a:t>PAGE </a:t>
            </a:r>
            <a:fld id="{4A9B5881-4007-4345-955A-79C2656F0C49}" type="slidenum">
              <a:rPr lang="en-US" smtClean="0"/>
              <a:pPr/>
              <a:t>5</a:t>
            </a:fld>
            <a:endParaRPr lang="en-US" dirty="0"/>
          </a:p>
        </p:txBody>
      </p:sp>
      <p:sp>
        <p:nvSpPr>
          <p:cNvPr id="8" name="Rectangle 7">
            <a:extLst>
              <a:ext uri="{FF2B5EF4-FFF2-40B4-BE49-F238E27FC236}">
                <a16:creationId xmlns:a16="http://schemas.microsoft.com/office/drawing/2014/main" id="{5FE2B34C-7760-453F-8A81-50335F1BD6C4}"/>
              </a:ext>
              <a:ext uri="{C183D7F6-B498-43B3-948B-1728B52AA6E4}">
                <adec:decorative xmlns:adec="http://schemas.microsoft.com/office/drawing/2017/decorative" val="1"/>
              </a:ext>
            </a:extLst>
          </p:cNvPr>
          <p:cNvSpPr/>
          <p:nvPr/>
        </p:nvSpPr>
        <p:spPr>
          <a:xfrm>
            <a:off x="1145309" y="6557847"/>
            <a:ext cx="2552123" cy="163627"/>
          </a:xfrm>
          <a:prstGeom prst="rect">
            <a:avLst/>
          </a:prstGeom>
          <a:gradFill>
            <a:gsLst>
              <a:gs pos="0">
                <a:schemeClr val="accent2"/>
              </a:gs>
              <a:gs pos="100000">
                <a:schemeClr val="tx1">
                  <a:lumMod val="75000"/>
                  <a:lumOff val="2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en-US" sz="1200" dirty="0"/>
              <a:t>First Skill</a:t>
            </a:r>
          </a:p>
        </p:txBody>
      </p:sp>
      <p:sp>
        <p:nvSpPr>
          <p:cNvPr id="9" name="Rectangle 8">
            <a:extLst>
              <a:ext uri="{FF2B5EF4-FFF2-40B4-BE49-F238E27FC236}">
                <a16:creationId xmlns:a16="http://schemas.microsoft.com/office/drawing/2014/main" id="{8BED1379-2C64-4902-A414-90051165C903}"/>
              </a:ext>
              <a:ext uri="{C183D7F6-B498-43B3-948B-1728B52AA6E4}">
                <adec:decorative xmlns:adec="http://schemas.microsoft.com/office/drawing/2017/decorative" val="1"/>
              </a:ext>
            </a:extLst>
          </p:cNvPr>
          <p:cNvSpPr/>
          <p:nvPr/>
        </p:nvSpPr>
        <p:spPr>
          <a:xfrm>
            <a:off x="3697432" y="6361476"/>
            <a:ext cx="2552123" cy="36000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en-US" sz="1200" dirty="0"/>
              <a:t>Second Skill</a:t>
            </a:r>
          </a:p>
        </p:txBody>
      </p:sp>
      <p:sp>
        <p:nvSpPr>
          <p:cNvPr id="11" name="Rectangle 10">
            <a:extLst>
              <a:ext uri="{FF2B5EF4-FFF2-40B4-BE49-F238E27FC236}">
                <a16:creationId xmlns:a16="http://schemas.microsoft.com/office/drawing/2014/main" id="{774383B4-AACC-4685-AB80-6888FAA0B696}"/>
              </a:ext>
              <a:ext uri="{C183D7F6-B498-43B3-948B-1728B52AA6E4}">
                <adec:decorative xmlns:adec="http://schemas.microsoft.com/office/drawing/2017/decorative" val="1"/>
              </a:ext>
            </a:extLst>
          </p:cNvPr>
          <p:cNvSpPr/>
          <p:nvPr/>
        </p:nvSpPr>
        <p:spPr>
          <a:xfrm>
            <a:off x="6249555" y="6562004"/>
            <a:ext cx="2552123" cy="159471"/>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en-US" sz="1200" dirty="0"/>
              <a:t>Third Skill</a:t>
            </a:r>
          </a:p>
        </p:txBody>
      </p:sp>
      <p:sp>
        <p:nvSpPr>
          <p:cNvPr id="13" name="Rectangle 12">
            <a:extLst>
              <a:ext uri="{FF2B5EF4-FFF2-40B4-BE49-F238E27FC236}">
                <a16:creationId xmlns:a16="http://schemas.microsoft.com/office/drawing/2014/main" id="{EEC3D0FF-B59D-47D4-8EEE-5EF3EA7C3CC0}"/>
              </a:ext>
              <a:ext uri="{C183D7F6-B498-43B3-948B-1728B52AA6E4}">
                <adec:decorative xmlns:adec="http://schemas.microsoft.com/office/drawing/2017/decorative" val="1"/>
              </a:ext>
            </a:extLst>
          </p:cNvPr>
          <p:cNvSpPr/>
          <p:nvPr/>
        </p:nvSpPr>
        <p:spPr>
          <a:xfrm>
            <a:off x="8801677" y="6562004"/>
            <a:ext cx="2552123" cy="159471"/>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en-US" sz="1200" dirty="0"/>
              <a:t>Conclusion</a:t>
            </a:r>
          </a:p>
        </p:txBody>
      </p:sp>
      <p:sp>
        <p:nvSpPr>
          <p:cNvPr id="17" name="Isosceles Triangle 16">
            <a:extLst>
              <a:ext uri="{FF2B5EF4-FFF2-40B4-BE49-F238E27FC236}">
                <a16:creationId xmlns:a16="http://schemas.microsoft.com/office/drawing/2014/main" id="{C1168A37-F12A-42E8-A95E-69747461C003}"/>
              </a:ext>
              <a:ext uri="{C183D7F6-B498-43B3-948B-1728B52AA6E4}">
                <adec:decorative xmlns:adec="http://schemas.microsoft.com/office/drawing/2017/decorative" val="1"/>
              </a:ext>
            </a:extLst>
          </p:cNvPr>
          <p:cNvSpPr/>
          <p:nvPr/>
        </p:nvSpPr>
        <p:spPr>
          <a:xfrm rot="10800000">
            <a:off x="4902070" y="6271566"/>
            <a:ext cx="142847" cy="91567"/>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8798042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DDC5365-EA36-45A8-8DBD-A6D8461EB21D}"/>
              </a:ext>
            </a:extLst>
          </p:cNvPr>
          <p:cNvSpPr>
            <a:spLocks noGrp="1"/>
          </p:cNvSpPr>
          <p:nvPr>
            <p:ph type="title"/>
          </p:nvPr>
        </p:nvSpPr>
        <p:spPr/>
        <p:txBody>
          <a:bodyPr/>
          <a:lstStyle/>
          <a:p>
            <a:r>
              <a:rPr lang="en-US" dirty="0"/>
              <a:t>Third Skill</a:t>
            </a:r>
          </a:p>
        </p:txBody>
      </p:sp>
      <p:pic>
        <p:nvPicPr>
          <p:cNvPr id="7" name="Picture Placeholder 6" descr="Woman with an AR headset">
            <a:extLst>
              <a:ext uri="{FF2B5EF4-FFF2-40B4-BE49-F238E27FC236}">
                <a16:creationId xmlns:a16="http://schemas.microsoft.com/office/drawing/2014/main" id="{2052C005-14A2-483C-8C1A-A3D21FF82E05}"/>
              </a:ext>
            </a:extLst>
          </p:cNvPr>
          <p:cNvPicPr>
            <a:picLocks noGrp="1" noChangeAspect="1"/>
          </p:cNvPicPr>
          <p:nvPr>
            <p:ph type="pic" idx="11"/>
          </p:nvPr>
        </p:nvPicPr>
        <p:blipFill rotWithShape="1">
          <a:blip r:embed="rId2" cstate="screen">
            <a:extLst>
              <a:ext uri="{28A0092B-C50C-407E-A947-70E740481C1C}">
                <a14:useLocalDpi xmlns:a14="http://schemas.microsoft.com/office/drawing/2010/main"/>
              </a:ext>
            </a:extLst>
          </a:blip>
          <a:srcRect/>
          <a:stretch/>
        </p:blipFill>
        <p:spPr>
          <a:xfrm flipH="1">
            <a:off x="0" y="0"/>
            <a:ext cx="6305550" cy="6727855"/>
          </a:xfrm>
        </p:spPr>
      </p:pic>
      <p:sp>
        <p:nvSpPr>
          <p:cNvPr id="4" name="Content Placeholder 3">
            <a:extLst>
              <a:ext uri="{FF2B5EF4-FFF2-40B4-BE49-F238E27FC236}">
                <a16:creationId xmlns:a16="http://schemas.microsoft.com/office/drawing/2014/main" id="{0D250B89-C4D5-43CB-81F0-EFF4588D7E45}"/>
              </a:ext>
            </a:extLst>
          </p:cNvPr>
          <p:cNvSpPr>
            <a:spLocks noGrp="1"/>
          </p:cNvSpPr>
          <p:nvPr>
            <p:ph idx="1"/>
          </p:nvPr>
        </p:nvSpPr>
        <p:spPr/>
        <p:txBody>
          <a:bodyPr>
            <a:normAutofit/>
          </a:bodyPr>
          <a:lstStyle/>
          <a:p>
            <a:r>
              <a:rPr lang="en-US" dirty="0"/>
              <a:t>Lorem </a:t>
            </a:r>
            <a:r>
              <a:rPr lang="en-US" noProof="1"/>
              <a:t>ipsum dolor sit amet, consectetur adipiscing elit. Etiam aliquet eu mi quis lacinia. </a:t>
            </a:r>
          </a:p>
          <a:p>
            <a:r>
              <a:rPr lang="en-US" noProof="1"/>
              <a:t>Morbi a purus dolor. Suspendisse sit amet ipsum finibus justo viverra blandit. Ut congue quis tortor eget sodales. Nulla a erat eget nunc hendrerit ultrices eu nec nulla. </a:t>
            </a:r>
          </a:p>
          <a:p>
            <a:r>
              <a:rPr lang="en-US" noProof="1"/>
              <a:t>Donec viverra leo aliquet, auctor quam id, convallis orci. Sed in molestie est. Cras ornare turpis at ligula posuere, sit amet accumsan neque lobortis. </a:t>
            </a:r>
          </a:p>
        </p:txBody>
      </p:sp>
      <p:sp>
        <p:nvSpPr>
          <p:cNvPr id="5" name="Slide Number Placeholder 4">
            <a:extLst>
              <a:ext uri="{FF2B5EF4-FFF2-40B4-BE49-F238E27FC236}">
                <a16:creationId xmlns:a16="http://schemas.microsoft.com/office/drawing/2014/main" id="{B18C9971-C7D2-435E-9037-EB3D7CCAF12D}"/>
              </a:ext>
            </a:extLst>
          </p:cNvPr>
          <p:cNvSpPr>
            <a:spLocks noGrp="1"/>
          </p:cNvSpPr>
          <p:nvPr>
            <p:ph type="sldNum" sz="quarter" idx="10"/>
          </p:nvPr>
        </p:nvSpPr>
        <p:spPr>
          <a:xfrm>
            <a:off x="11353800" y="6361475"/>
            <a:ext cx="838200" cy="360000"/>
          </a:xfrm>
        </p:spPr>
        <p:txBody>
          <a:bodyPr/>
          <a:lstStyle/>
          <a:p>
            <a:r>
              <a:rPr lang="en-US" dirty="0"/>
              <a:t>PAGE </a:t>
            </a:r>
            <a:fld id="{4A9B5881-4007-4345-955A-79C2656F0C49}" type="slidenum">
              <a:rPr lang="en-US" smtClean="0"/>
              <a:pPr/>
              <a:t>6</a:t>
            </a:fld>
            <a:endParaRPr lang="en-US" dirty="0"/>
          </a:p>
        </p:txBody>
      </p:sp>
      <p:sp>
        <p:nvSpPr>
          <p:cNvPr id="11" name="Rectangle 10">
            <a:extLst>
              <a:ext uri="{FF2B5EF4-FFF2-40B4-BE49-F238E27FC236}">
                <a16:creationId xmlns:a16="http://schemas.microsoft.com/office/drawing/2014/main" id="{08D655AF-5DBD-4954-B607-48D1914FC7DE}"/>
              </a:ext>
              <a:ext uri="{C183D7F6-B498-43B3-948B-1728B52AA6E4}">
                <adec:decorative xmlns:adec="http://schemas.microsoft.com/office/drawing/2017/decorative" val="1"/>
              </a:ext>
            </a:extLst>
          </p:cNvPr>
          <p:cNvSpPr/>
          <p:nvPr/>
        </p:nvSpPr>
        <p:spPr>
          <a:xfrm>
            <a:off x="1145309" y="6557848"/>
            <a:ext cx="2552123" cy="163627"/>
          </a:xfrm>
          <a:prstGeom prst="rect">
            <a:avLst/>
          </a:prstGeom>
          <a:gradFill>
            <a:gsLst>
              <a:gs pos="0">
                <a:schemeClr val="accent2"/>
              </a:gs>
              <a:gs pos="100000">
                <a:schemeClr val="tx1">
                  <a:lumMod val="75000"/>
                  <a:lumOff val="2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en-US" sz="1200" dirty="0"/>
              <a:t>First Skill</a:t>
            </a:r>
          </a:p>
        </p:txBody>
      </p:sp>
      <p:sp>
        <p:nvSpPr>
          <p:cNvPr id="12" name="Rectangle 11">
            <a:extLst>
              <a:ext uri="{FF2B5EF4-FFF2-40B4-BE49-F238E27FC236}">
                <a16:creationId xmlns:a16="http://schemas.microsoft.com/office/drawing/2014/main" id="{EAE7730F-1A0D-4B11-BA09-6A6CAA96FE12}"/>
              </a:ext>
              <a:ext uri="{C183D7F6-B498-43B3-948B-1728B52AA6E4}">
                <adec:decorative xmlns:adec="http://schemas.microsoft.com/office/drawing/2017/decorative" val="1"/>
              </a:ext>
            </a:extLst>
          </p:cNvPr>
          <p:cNvSpPr/>
          <p:nvPr/>
        </p:nvSpPr>
        <p:spPr>
          <a:xfrm>
            <a:off x="3697432" y="6557846"/>
            <a:ext cx="2552123" cy="163629"/>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en-US" sz="1200" dirty="0"/>
              <a:t>Second Skill</a:t>
            </a:r>
          </a:p>
        </p:txBody>
      </p:sp>
      <p:sp>
        <p:nvSpPr>
          <p:cNvPr id="13" name="Rectangle 12">
            <a:extLst>
              <a:ext uri="{FF2B5EF4-FFF2-40B4-BE49-F238E27FC236}">
                <a16:creationId xmlns:a16="http://schemas.microsoft.com/office/drawing/2014/main" id="{4EF60258-6D59-4423-83CC-D7AC9D79D5E5}"/>
              </a:ext>
              <a:ext uri="{C183D7F6-B498-43B3-948B-1728B52AA6E4}">
                <adec:decorative xmlns:adec="http://schemas.microsoft.com/office/drawing/2017/decorative" val="1"/>
              </a:ext>
            </a:extLst>
          </p:cNvPr>
          <p:cNvSpPr/>
          <p:nvPr/>
        </p:nvSpPr>
        <p:spPr>
          <a:xfrm>
            <a:off x="6249555" y="6361475"/>
            <a:ext cx="2552123" cy="360000"/>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en-US" sz="1200" dirty="0"/>
              <a:t>Third Skill</a:t>
            </a:r>
          </a:p>
        </p:txBody>
      </p:sp>
      <p:sp>
        <p:nvSpPr>
          <p:cNvPr id="14" name="Rectangle 13">
            <a:extLst>
              <a:ext uri="{FF2B5EF4-FFF2-40B4-BE49-F238E27FC236}">
                <a16:creationId xmlns:a16="http://schemas.microsoft.com/office/drawing/2014/main" id="{964627DB-2C83-4D9C-A498-D5BCC9A2B3B4}"/>
              </a:ext>
              <a:ext uri="{C183D7F6-B498-43B3-948B-1728B52AA6E4}">
                <adec:decorative xmlns:adec="http://schemas.microsoft.com/office/drawing/2017/decorative" val="1"/>
              </a:ext>
            </a:extLst>
          </p:cNvPr>
          <p:cNvSpPr/>
          <p:nvPr/>
        </p:nvSpPr>
        <p:spPr>
          <a:xfrm>
            <a:off x="8801677" y="6562004"/>
            <a:ext cx="2552123" cy="159471"/>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en-US" sz="1200" dirty="0"/>
              <a:t>Conclusion</a:t>
            </a:r>
          </a:p>
        </p:txBody>
      </p:sp>
      <p:sp>
        <p:nvSpPr>
          <p:cNvPr id="16" name="Isosceles Triangle 15">
            <a:extLst>
              <a:ext uri="{FF2B5EF4-FFF2-40B4-BE49-F238E27FC236}">
                <a16:creationId xmlns:a16="http://schemas.microsoft.com/office/drawing/2014/main" id="{C2887229-F913-4F63-8EC5-03C72B9082F4}"/>
              </a:ext>
              <a:ext uri="{C183D7F6-B498-43B3-948B-1728B52AA6E4}">
                <adec:decorative xmlns:adec="http://schemas.microsoft.com/office/drawing/2017/decorative" val="1"/>
              </a:ext>
            </a:extLst>
          </p:cNvPr>
          <p:cNvSpPr/>
          <p:nvPr/>
        </p:nvSpPr>
        <p:spPr>
          <a:xfrm rot="10800000">
            <a:off x="7454193" y="6271566"/>
            <a:ext cx="142847" cy="91567"/>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8038422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F58AE6-56F6-44E8-8BBF-23277B1773E4}"/>
              </a:ext>
            </a:extLst>
          </p:cNvPr>
          <p:cNvSpPr>
            <a:spLocks noGrp="1"/>
          </p:cNvSpPr>
          <p:nvPr>
            <p:ph type="title"/>
          </p:nvPr>
        </p:nvSpPr>
        <p:spPr/>
        <p:txBody>
          <a:bodyPr/>
          <a:lstStyle/>
          <a:p>
            <a:r>
              <a:rPr lang="en-US" dirty="0"/>
              <a:t>First Lesson Summary</a:t>
            </a:r>
          </a:p>
        </p:txBody>
      </p:sp>
      <p:sp>
        <p:nvSpPr>
          <p:cNvPr id="4" name="Content Placeholder 3">
            <a:extLst>
              <a:ext uri="{FF2B5EF4-FFF2-40B4-BE49-F238E27FC236}">
                <a16:creationId xmlns:a16="http://schemas.microsoft.com/office/drawing/2014/main" id="{8B863B31-6429-468C-9624-0D0BBDBACA62}"/>
              </a:ext>
            </a:extLst>
          </p:cNvPr>
          <p:cNvSpPr>
            <a:spLocks noGrp="1"/>
          </p:cNvSpPr>
          <p:nvPr>
            <p:ph idx="1"/>
          </p:nvPr>
        </p:nvSpPr>
        <p:spPr/>
        <p:txBody>
          <a:bodyPr>
            <a:normAutofit/>
          </a:bodyPr>
          <a:lstStyle/>
          <a:p>
            <a:pPr marL="0" indent="0">
              <a:buNone/>
            </a:pPr>
            <a:r>
              <a:rPr lang="en-US" dirty="0"/>
              <a:t>Here is what we learned</a:t>
            </a:r>
          </a:p>
          <a:p>
            <a:r>
              <a:rPr lang="en-US" sz="1800" b="1" dirty="0"/>
              <a:t>First skill: </a:t>
            </a:r>
            <a:br>
              <a:rPr lang="en-US" sz="1800" dirty="0"/>
            </a:br>
            <a:r>
              <a:rPr lang="en-US" sz="1800" dirty="0"/>
              <a:t>Lorem ipsum lorem ipsum lorem ipsum lorem ipsum lorem ipsum lorem ipsum lorem ipsum lorem ipsum lorem ipsum </a:t>
            </a:r>
          </a:p>
          <a:p>
            <a:endParaRPr lang="en-US" sz="1800" dirty="0"/>
          </a:p>
          <a:p>
            <a:r>
              <a:rPr lang="en-US" sz="1800" b="1" dirty="0"/>
              <a:t>Second skill: </a:t>
            </a:r>
            <a:br>
              <a:rPr lang="en-US" sz="1800" dirty="0"/>
            </a:br>
            <a:r>
              <a:rPr lang="en-US" sz="1800" dirty="0"/>
              <a:t>Lorem ipsum lorem ipsum lorem ipsum lorem ipsum lorem ipsum lorem ipsum lorem ipsum lorem ipsum lorem ipsum </a:t>
            </a:r>
          </a:p>
          <a:p>
            <a:endParaRPr lang="en-US" sz="1800" dirty="0"/>
          </a:p>
          <a:p>
            <a:r>
              <a:rPr lang="en-US" sz="1800" b="1" dirty="0"/>
              <a:t>Third skill: </a:t>
            </a:r>
            <a:br>
              <a:rPr lang="en-US" sz="1800" dirty="0"/>
            </a:br>
            <a:r>
              <a:rPr lang="en-US" sz="1800" dirty="0"/>
              <a:t>Lorem ipsum lorem ipsum lorem ipsum lorem ipsum lorem ipsum lorem ipsum lorem ipsum lorem ipsum lorem ipsum</a:t>
            </a:r>
          </a:p>
        </p:txBody>
      </p:sp>
      <p:sp>
        <p:nvSpPr>
          <p:cNvPr id="20" name="Slide Number Placeholder 19">
            <a:extLst>
              <a:ext uri="{FF2B5EF4-FFF2-40B4-BE49-F238E27FC236}">
                <a16:creationId xmlns:a16="http://schemas.microsoft.com/office/drawing/2014/main" id="{3AEC0301-E9AA-4478-9E23-C372DBDCE653}"/>
              </a:ext>
            </a:extLst>
          </p:cNvPr>
          <p:cNvSpPr>
            <a:spLocks noGrp="1"/>
          </p:cNvSpPr>
          <p:nvPr>
            <p:ph type="sldNum" sz="quarter" idx="10"/>
          </p:nvPr>
        </p:nvSpPr>
        <p:spPr>
          <a:xfrm>
            <a:off x="11353800" y="6361475"/>
            <a:ext cx="838200" cy="360000"/>
          </a:xfrm>
        </p:spPr>
        <p:txBody>
          <a:bodyPr/>
          <a:lstStyle/>
          <a:p>
            <a:r>
              <a:rPr lang="en-US" dirty="0"/>
              <a:t>PAGE </a:t>
            </a:r>
            <a:fld id="{4A9B5881-4007-4345-955A-79C2656F0C49}" type="slidenum">
              <a:rPr lang="en-US" smtClean="0"/>
              <a:pPr/>
              <a:t>7</a:t>
            </a:fld>
            <a:endParaRPr lang="en-US" dirty="0"/>
          </a:p>
        </p:txBody>
      </p:sp>
      <p:sp>
        <p:nvSpPr>
          <p:cNvPr id="5" name="Rectangle 4">
            <a:extLst>
              <a:ext uri="{FF2B5EF4-FFF2-40B4-BE49-F238E27FC236}">
                <a16:creationId xmlns:a16="http://schemas.microsoft.com/office/drawing/2014/main" id="{093D1241-4F6B-4523-A0D3-68E3CDBC0F28}"/>
              </a:ext>
              <a:ext uri="{C183D7F6-B498-43B3-948B-1728B52AA6E4}">
                <adec:decorative xmlns:adec="http://schemas.microsoft.com/office/drawing/2017/decorative" val="1"/>
              </a:ext>
            </a:extLst>
          </p:cNvPr>
          <p:cNvSpPr/>
          <p:nvPr/>
        </p:nvSpPr>
        <p:spPr>
          <a:xfrm>
            <a:off x="1145309" y="6557848"/>
            <a:ext cx="2552123" cy="163627"/>
          </a:xfrm>
          <a:prstGeom prst="rect">
            <a:avLst/>
          </a:prstGeom>
          <a:gradFill>
            <a:gsLst>
              <a:gs pos="0">
                <a:schemeClr val="accent2"/>
              </a:gs>
              <a:gs pos="100000">
                <a:schemeClr val="tx1">
                  <a:lumMod val="75000"/>
                  <a:lumOff val="2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en-US" sz="1200" dirty="0"/>
              <a:t>First Skill</a:t>
            </a:r>
          </a:p>
        </p:txBody>
      </p:sp>
      <p:sp>
        <p:nvSpPr>
          <p:cNvPr id="6" name="Rectangle 5">
            <a:extLst>
              <a:ext uri="{FF2B5EF4-FFF2-40B4-BE49-F238E27FC236}">
                <a16:creationId xmlns:a16="http://schemas.microsoft.com/office/drawing/2014/main" id="{C7BF8379-6FA4-47C8-A343-950346DD4931}"/>
              </a:ext>
              <a:ext uri="{C183D7F6-B498-43B3-948B-1728B52AA6E4}">
                <adec:decorative xmlns:adec="http://schemas.microsoft.com/office/drawing/2017/decorative" val="1"/>
              </a:ext>
            </a:extLst>
          </p:cNvPr>
          <p:cNvSpPr/>
          <p:nvPr/>
        </p:nvSpPr>
        <p:spPr>
          <a:xfrm>
            <a:off x="3697432" y="6557846"/>
            <a:ext cx="2552123" cy="163629"/>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en-US" sz="1200" dirty="0"/>
              <a:t>Second Skill</a:t>
            </a:r>
          </a:p>
        </p:txBody>
      </p:sp>
      <p:sp>
        <p:nvSpPr>
          <p:cNvPr id="7" name="Rectangle 6">
            <a:extLst>
              <a:ext uri="{FF2B5EF4-FFF2-40B4-BE49-F238E27FC236}">
                <a16:creationId xmlns:a16="http://schemas.microsoft.com/office/drawing/2014/main" id="{CD0DE557-B4FF-44B4-B945-B5B41DBDA39C}"/>
              </a:ext>
              <a:ext uri="{C183D7F6-B498-43B3-948B-1728B52AA6E4}">
                <adec:decorative xmlns:adec="http://schemas.microsoft.com/office/drawing/2017/decorative" val="1"/>
              </a:ext>
            </a:extLst>
          </p:cNvPr>
          <p:cNvSpPr/>
          <p:nvPr/>
        </p:nvSpPr>
        <p:spPr>
          <a:xfrm>
            <a:off x="6249555" y="6557845"/>
            <a:ext cx="2552123" cy="163630"/>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en-US" sz="1200" dirty="0"/>
              <a:t>Third Skill</a:t>
            </a:r>
          </a:p>
        </p:txBody>
      </p:sp>
      <p:sp>
        <p:nvSpPr>
          <p:cNvPr id="8" name="Rectangle 7">
            <a:extLst>
              <a:ext uri="{FF2B5EF4-FFF2-40B4-BE49-F238E27FC236}">
                <a16:creationId xmlns:a16="http://schemas.microsoft.com/office/drawing/2014/main" id="{BB801CDE-088C-4A56-83CA-BF9F271065B0}"/>
              </a:ext>
              <a:ext uri="{C183D7F6-B498-43B3-948B-1728B52AA6E4}">
                <adec:decorative xmlns:adec="http://schemas.microsoft.com/office/drawing/2017/decorative" val="1"/>
              </a:ext>
            </a:extLst>
          </p:cNvPr>
          <p:cNvSpPr/>
          <p:nvPr/>
        </p:nvSpPr>
        <p:spPr>
          <a:xfrm>
            <a:off x="8801677" y="6361475"/>
            <a:ext cx="2552123" cy="360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en-US" sz="1200" dirty="0"/>
              <a:t>Conclusion</a:t>
            </a:r>
          </a:p>
        </p:txBody>
      </p:sp>
      <p:sp>
        <p:nvSpPr>
          <p:cNvPr id="10" name="Isosceles Triangle 9">
            <a:extLst>
              <a:ext uri="{FF2B5EF4-FFF2-40B4-BE49-F238E27FC236}">
                <a16:creationId xmlns:a16="http://schemas.microsoft.com/office/drawing/2014/main" id="{792980D7-ED01-4955-83DB-59BA18C94FBA}"/>
              </a:ext>
              <a:ext uri="{C183D7F6-B498-43B3-948B-1728B52AA6E4}">
                <adec:decorative xmlns:adec="http://schemas.microsoft.com/office/drawing/2017/decorative" val="1"/>
              </a:ext>
            </a:extLst>
          </p:cNvPr>
          <p:cNvSpPr/>
          <p:nvPr/>
        </p:nvSpPr>
        <p:spPr>
          <a:xfrm rot="10800000">
            <a:off x="10006315" y="6271566"/>
            <a:ext cx="142847" cy="91567"/>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613291450"/>
      </p:ext>
    </p:extLst>
  </p:cSld>
  <p:clrMapOvr>
    <a:masterClrMapping/>
  </p:clrMapOvr>
</p:sld>
</file>

<file path=ppt/theme/theme1.xml><?xml version="1.0" encoding="utf-8"?>
<a:theme xmlns:a="http://schemas.openxmlformats.org/drawingml/2006/main" name="Office Theme">
  <a:themeElements>
    <a:clrScheme name="Custom 254">
      <a:dk1>
        <a:srgbClr val="000000"/>
      </a:dk1>
      <a:lt1>
        <a:srgbClr val="FFFFFF"/>
      </a:lt1>
      <a:dk2>
        <a:srgbClr val="242A41"/>
      </a:dk2>
      <a:lt2>
        <a:srgbClr val="E2E8E3"/>
      </a:lt2>
      <a:accent1>
        <a:srgbClr val="5370C5"/>
      </a:accent1>
      <a:accent2>
        <a:srgbClr val="17B2D1"/>
      </a:accent2>
      <a:accent3>
        <a:srgbClr val="2978E7"/>
      </a:accent3>
      <a:accent4>
        <a:srgbClr val="7829E7"/>
      </a:accent4>
      <a:accent5>
        <a:srgbClr val="B517D5"/>
      </a:accent5>
      <a:accent6>
        <a:srgbClr val="E729B7"/>
      </a:accent6>
      <a:hlink>
        <a:srgbClr val="5370C5"/>
      </a:hlink>
      <a:folHlink>
        <a:srgbClr val="7F7F7F"/>
      </a:folHlink>
    </a:clrScheme>
    <a:fontScheme name="MS Surge Teach Light and Dark">
      <a:majorFont>
        <a:latin typeface="Calibri Light"/>
        <a:ea typeface=""/>
        <a:cs typeface=""/>
      </a:majorFont>
      <a:minorFont>
        <a:latin typeface="Calibr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f67543618_win32_fixed.potx" id="{ADAA76EA-DF5A-4461-9F55-FB2239CA5BEE}" vid="{736839AE-787B-453A-8CE5-01202B88CDE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Custom 254">
    <a:dk1>
      <a:srgbClr val="000000"/>
    </a:dk1>
    <a:lt1>
      <a:srgbClr val="FFFFFF"/>
    </a:lt1>
    <a:dk2>
      <a:srgbClr val="242A41"/>
    </a:dk2>
    <a:lt2>
      <a:srgbClr val="E2E8E3"/>
    </a:lt2>
    <a:accent1>
      <a:srgbClr val="5370C5"/>
    </a:accent1>
    <a:accent2>
      <a:srgbClr val="17B2D1"/>
    </a:accent2>
    <a:accent3>
      <a:srgbClr val="2978E7"/>
    </a:accent3>
    <a:accent4>
      <a:srgbClr val="7829E7"/>
    </a:accent4>
    <a:accent5>
      <a:srgbClr val="B517D5"/>
    </a:accent5>
    <a:accent6>
      <a:srgbClr val="E729B7"/>
    </a:accent6>
    <a:hlink>
      <a:srgbClr val="5370C5"/>
    </a:hlink>
    <a:folHlink>
      <a:srgbClr val="7F7F7F"/>
    </a:folHlink>
  </a:clrScheme>
</a:themeOverride>
</file>

<file path=ppt/theme/themeOverride2.xml><?xml version="1.0" encoding="utf-8"?>
<a:themeOverride xmlns:a="http://schemas.openxmlformats.org/drawingml/2006/main">
  <a:clrScheme name="Custom 254">
    <a:dk1>
      <a:srgbClr val="000000"/>
    </a:dk1>
    <a:lt1>
      <a:srgbClr val="FFFFFF"/>
    </a:lt1>
    <a:dk2>
      <a:srgbClr val="242A41"/>
    </a:dk2>
    <a:lt2>
      <a:srgbClr val="E2E8E3"/>
    </a:lt2>
    <a:accent1>
      <a:srgbClr val="5370C5"/>
    </a:accent1>
    <a:accent2>
      <a:srgbClr val="17B2D1"/>
    </a:accent2>
    <a:accent3>
      <a:srgbClr val="2978E7"/>
    </a:accent3>
    <a:accent4>
      <a:srgbClr val="7829E7"/>
    </a:accent4>
    <a:accent5>
      <a:srgbClr val="B517D5"/>
    </a:accent5>
    <a:accent6>
      <a:srgbClr val="E729B7"/>
    </a:accent6>
    <a:hlink>
      <a:srgbClr val="5370C5"/>
    </a:hlink>
    <a:folHlink>
      <a:srgbClr val="7F7F7F"/>
    </a:folHlink>
  </a:clrScheme>
</a:themeOverride>
</file>

<file path=docProps/app.xml><?xml version="1.0" encoding="utf-8"?>
<Properties xmlns="http://schemas.openxmlformats.org/officeDocument/2006/extended-properties" xmlns:vt="http://schemas.openxmlformats.org/officeDocument/2006/docPropsVTypes">
  <Template>Corporate teach a course</Template>
  <TotalTime>0</TotalTime>
  <Words>440</Words>
  <Application>Microsoft Office PowerPoint</Application>
  <PresentationFormat>Widescreen</PresentationFormat>
  <Paragraphs>55</Paragraphs>
  <Slides>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Arial</vt:lpstr>
      <vt:lpstr>Calibri</vt:lpstr>
      <vt:lpstr>Calibri Light</vt:lpstr>
      <vt:lpstr>Wingdings</vt:lpstr>
      <vt:lpstr>Office Theme</vt:lpstr>
      <vt:lpstr>Teach a Course</vt:lpstr>
      <vt:lpstr>Course Outline</vt:lpstr>
      <vt:lpstr>Course Outline </vt:lpstr>
      <vt:lpstr>First Skill</vt:lpstr>
      <vt:lpstr>Second Skill</vt:lpstr>
      <vt:lpstr>Third Skill</vt:lpstr>
      <vt:lpstr>First Lesson 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Vương Hoàng Duy</dc:creator>
  <cp:lastModifiedBy>Vương Hoàng Duy</cp:lastModifiedBy>
  <cp:revision>1</cp:revision>
  <dcterms:created xsi:type="dcterms:W3CDTF">2026-04-25T03:28:54Z</dcterms:created>
  <dcterms:modified xsi:type="dcterms:W3CDTF">2026-04-25T03:29:16Z</dcterms:modified>
</cp:coreProperties>
</file>